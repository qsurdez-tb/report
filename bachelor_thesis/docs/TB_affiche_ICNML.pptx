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6"/>
  </p:notesMasterIdLst>
  <p:sldIdLst>
    <p:sldId id="256" r:id="rId5"/>
  </p:sldIdLst>
  <p:sldSz cx="10691813" cy="1511935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A322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124"/>
    <p:restoredTop sz="94691"/>
  </p:normalViewPr>
  <p:slideViewPr>
    <p:cSldViewPr snapToGrid="0">
      <p:cViewPr varScale="1">
        <p:scale>
          <a:sx n="96" d="100"/>
          <a:sy n="96" d="100"/>
        </p:scale>
        <p:origin x="9808"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CH"/>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A9F4A2-E97A-F248-AE61-52986AC63982}" type="datetimeFigureOut">
              <a:rPr lang="fr-CH" smtClean="0"/>
              <a:t>22.07.26</a:t>
            </a:fld>
            <a:endParaRPr lang="fr-CH"/>
          </a:p>
        </p:txBody>
      </p:sp>
      <p:sp>
        <p:nvSpPr>
          <p:cNvPr id="4" name="Espace réservé de l'image des diapositives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fr-CH"/>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H"/>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CH"/>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C30AC5-E626-804F-97D0-453F8A497CE6}" type="slidenum">
              <a:rPr lang="fr-CH" smtClean="0"/>
              <a:t>‹#›</a:t>
            </a:fld>
            <a:endParaRPr lang="fr-CH"/>
          </a:p>
        </p:txBody>
      </p:sp>
    </p:spTree>
    <p:extLst>
      <p:ext uri="{BB962C8B-B14F-4D97-AF65-F5344CB8AC3E}">
        <p14:creationId xmlns:p14="http://schemas.microsoft.com/office/powerpoint/2010/main" val="22206824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dirty="0"/>
          </a:p>
        </p:txBody>
      </p:sp>
      <p:sp>
        <p:nvSpPr>
          <p:cNvPr id="4" name="Espace réservé du numéro de diapositive 3"/>
          <p:cNvSpPr>
            <a:spLocks noGrp="1"/>
          </p:cNvSpPr>
          <p:nvPr>
            <p:ph type="sldNum" sz="quarter" idx="5"/>
          </p:nvPr>
        </p:nvSpPr>
        <p:spPr/>
        <p:txBody>
          <a:bodyPr/>
          <a:lstStyle/>
          <a:p>
            <a:fld id="{8FC30AC5-E626-804F-97D0-453F8A497CE6}" type="slidenum">
              <a:rPr lang="fr-CH" smtClean="0"/>
              <a:t>1</a:t>
            </a:fld>
            <a:endParaRPr lang="fr-CH"/>
          </a:p>
        </p:txBody>
      </p:sp>
    </p:spTree>
    <p:extLst>
      <p:ext uri="{BB962C8B-B14F-4D97-AF65-F5344CB8AC3E}">
        <p14:creationId xmlns:p14="http://schemas.microsoft.com/office/powerpoint/2010/main" val="4707336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801886" y="2474395"/>
            <a:ext cx="9088041" cy="5263774"/>
          </a:xfrm>
        </p:spPr>
        <p:txBody>
          <a:bodyPr anchor="b"/>
          <a:lstStyle>
            <a:lvl1pPr algn="ctr">
              <a:defRPr sz="7016"/>
            </a:lvl1pPr>
          </a:lstStyle>
          <a:p>
            <a:r>
              <a:rPr lang="fr-FR"/>
              <a:t>Modifiez le style du titre</a:t>
            </a:r>
            <a:endParaRPr lang="en-US" dirty="0"/>
          </a:p>
        </p:txBody>
      </p:sp>
      <p:sp>
        <p:nvSpPr>
          <p:cNvPr id="3" name="Subtitle 2"/>
          <p:cNvSpPr>
            <a:spLocks noGrp="1"/>
          </p:cNvSpPr>
          <p:nvPr>
            <p:ph type="subTitle" idx="1"/>
          </p:nvPr>
        </p:nvSpPr>
        <p:spPr>
          <a:xfrm>
            <a:off x="1336477" y="7941160"/>
            <a:ext cx="8018860" cy="3650342"/>
          </a:xfrm>
        </p:spPr>
        <p:txBody>
          <a:bodyPr/>
          <a:lstStyle>
            <a:lvl1pPr marL="0" indent="0" algn="ctr">
              <a:buNone/>
              <a:defRPr sz="2806"/>
            </a:lvl1pPr>
            <a:lvl2pPr marL="534604" indent="0" algn="ctr">
              <a:buNone/>
              <a:defRPr sz="2339"/>
            </a:lvl2pPr>
            <a:lvl3pPr marL="1069208" indent="0" algn="ctr">
              <a:buNone/>
              <a:defRPr sz="2105"/>
            </a:lvl3pPr>
            <a:lvl4pPr marL="1603812" indent="0" algn="ctr">
              <a:buNone/>
              <a:defRPr sz="1871"/>
            </a:lvl4pPr>
            <a:lvl5pPr marL="2138416" indent="0" algn="ctr">
              <a:buNone/>
              <a:defRPr sz="1871"/>
            </a:lvl5pPr>
            <a:lvl6pPr marL="2673020" indent="0" algn="ctr">
              <a:buNone/>
              <a:defRPr sz="1871"/>
            </a:lvl6pPr>
            <a:lvl7pPr marL="3207624" indent="0" algn="ctr">
              <a:buNone/>
              <a:defRPr sz="1871"/>
            </a:lvl7pPr>
            <a:lvl8pPr marL="3742228" indent="0" algn="ctr">
              <a:buNone/>
              <a:defRPr sz="1871"/>
            </a:lvl8pPr>
            <a:lvl9pPr marL="4276832" indent="0" algn="ctr">
              <a:buNone/>
              <a:defRPr sz="1871"/>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4F500F00-1D35-254B-9117-3FE363B8C978}" type="datetimeFigureOut">
              <a:rPr lang="fr-CH" smtClean="0"/>
              <a:t>22.07.26</a:t>
            </a:fld>
            <a:endParaRPr lang="fr-CH"/>
          </a:p>
        </p:txBody>
      </p:sp>
      <p:sp>
        <p:nvSpPr>
          <p:cNvPr id="5" name="Footer Placeholder 4"/>
          <p:cNvSpPr>
            <a:spLocks noGrp="1"/>
          </p:cNvSpPr>
          <p:nvPr>
            <p:ph type="ftr" sz="quarter" idx="11"/>
          </p:nvPr>
        </p:nvSpPr>
        <p:spPr/>
        <p:txBody>
          <a:bodyPr/>
          <a:lstStyle/>
          <a:p>
            <a:endParaRPr lang="fr-CH"/>
          </a:p>
        </p:txBody>
      </p:sp>
      <p:sp>
        <p:nvSpPr>
          <p:cNvPr id="6" name="Slide Number Placeholder 5"/>
          <p:cNvSpPr>
            <a:spLocks noGrp="1"/>
          </p:cNvSpPr>
          <p:nvPr>
            <p:ph type="sldNum" sz="quarter" idx="12"/>
          </p:nvPr>
        </p:nvSpPr>
        <p:spPr/>
        <p:txBody>
          <a:bodyPr/>
          <a:lstStyle/>
          <a:p>
            <a:fld id="{B21E756A-21A2-7C45-860C-89E44924FE31}" type="slidenum">
              <a:rPr lang="fr-CH" smtClean="0"/>
              <a:t>‹#›</a:t>
            </a:fld>
            <a:endParaRPr lang="fr-CH"/>
          </a:p>
        </p:txBody>
      </p:sp>
    </p:spTree>
    <p:extLst>
      <p:ext uri="{BB962C8B-B14F-4D97-AF65-F5344CB8AC3E}">
        <p14:creationId xmlns:p14="http://schemas.microsoft.com/office/powerpoint/2010/main" val="31751325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4F500F00-1D35-254B-9117-3FE363B8C978}" type="datetimeFigureOut">
              <a:rPr lang="fr-CH" smtClean="0"/>
              <a:t>22.07.26</a:t>
            </a:fld>
            <a:endParaRPr lang="fr-CH"/>
          </a:p>
        </p:txBody>
      </p:sp>
      <p:sp>
        <p:nvSpPr>
          <p:cNvPr id="5" name="Footer Placeholder 4"/>
          <p:cNvSpPr>
            <a:spLocks noGrp="1"/>
          </p:cNvSpPr>
          <p:nvPr>
            <p:ph type="ftr" sz="quarter" idx="11"/>
          </p:nvPr>
        </p:nvSpPr>
        <p:spPr/>
        <p:txBody>
          <a:bodyPr/>
          <a:lstStyle/>
          <a:p>
            <a:endParaRPr lang="fr-CH"/>
          </a:p>
        </p:txBody>
      </p:sp>
      <p:sp>
        <p:nvSpPr>
          <p:cNvPr id="6" name="Slide Number Placeholder 5"/>
          <p:cNvSpPr>
            <a:spLocks noGrp="1"/>
          </p:cNvSpPr>
          <p:nvPr>
            <p:ph type="sldNum" sz="quarter" idx="12"/>
          </p:nvPr>
        </p:nvSpPr>
        <p:spPr/>
        <p:txBody>
          <a:bodyPr/>
          <a:lstStyle/>
          <a:p>
            <a:fld id="{B21E756A-21A2-7C45-860C-89E44924FE31}" type="slidenum">
              <a:rPr lang="fr-CH" smtClean="0"/>
              <a:t>‹#›</a:t>
            </a:fld>
            <a:endParaRPr lang="fr-CH"/>
          </a:p>
        </p:txBody>
      </p:sp>
    </p:spTree>
    <p:extLst>
      <p:ext uri="{BB962C8B-B14F-4D97-AF65-F5344CB8AC3E}">
        <p14:creationId xmlns:p14="http://schemas.microsoft.com/office/powerpoint/2010/main" val="31765129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729494" y="3769342"/>
            <a:ext cx="9221689" cy="6289229"/>
          </a:xfrm>
        </p:spPr>
        <p:txBody>
          <a:bodyPr anchor="b"/>
          <a:lstStyle>
            <a:lvl1pPr>
              <a:defRPr sz="7016"/>
            </a:lvl1pPr>
          </a:lstStyle>
          <a:p>
            <a:r>
              <a:rPr lang="fr-FR"/>
              <a:t>Modifiez le style du titre</a:t>
            </a:r>
            <a:endParaRPr lang="en-US" dirty="0"/>
          </a:p>
        </p:txBody>
      </p:sp>
      <p:sp>
        <p:nvSpPr>
          <p:cNvPr id="3" name="Text Placeholder 2"/>
          <p:cNvSpPr>
            <a:spLocks noGrp="1"/>
          </p:cNvSpPr>
          <p:nvPr>
            <p:ph type="body" idx="1"/>
          </p:nvPr>
        </p:nvSpPr>
        <p:spPr>
          <a:xfrm>
            <a:off x="729494" y="10118069"/>
            <a:ext cx="9221689" cy="3307357"/>
          </a:xfrm>
        </p:spPr>
        <p:txBody>
          <a:bodyPr/>
          <a:lstStyle>
            <a:lvl1pPr marL="0" indent="0">
              <a:buNone/>
              <a:defRPr sz="2806">
                <a:solidFill>
                  <a:schemeClr val="tx1">
                    <a:tint val="82000"/>
                  </a:schemeClr>
                </a:solidFill>
              </a:defRPr>
            </a:lvl1pPr>
            <a:lvl2pPr marL="534604" indent="0">
              <a:buNone/>
              <a:defRPr sz="2339">
                <a:solidFill>
                  <a:schemeClr val="tx1">
                    <a:tint val="82000"/>
                  </a:schemeClr>
                </a:solidFill>
              </a:defRPr>
            </a:lvl2pPr>
            <a:lvl3pPr marL="1069208" indent="0">
              <a:buNone/>
              <a:defRPr sz="2105">
                <a:solidFill>
                  <a:schemeClr val="tx1">
                    <a:tint val="82000"/>
                  </a:schemeClr>
                </a:solidFill>
              </a:defRPr>
            </a:lvl3pPr>
            <a:lvl4pPr marL="1603812" indent="0">
              <a:buNone/>
              <a:defRPr sz="1871">
                <a:solidFill>
                  <a:schemeClr val="tx1">
                    <a:tint val="82000"/>
                  </a:schemeClr>
                </a:solidFill>
              </a:defRPr>
            </a:lvl4pPr>
            <a:lvl5pPr marL="2138416" indent="0">
              <a:buNone/>
              <a:defRPr sz="1871">
                <a:solidFill>
                  <a:schemeClr val="tx1">
                    <a:tint val="82000"/>
                  </a:schemeClr>
                </a:solidFill>
              </a:defRPr>
            </a:lvl5pPr>
            <a:lvl6pPr marL="2673020" indent="0">
              <a:buNone/>
              <a:defRPr sz="1871">
                <a:solidFill>
                  <a:schemeClr val="tx1">
                    <a:tint val="82000"/>
                  </a:schemeClr>
                </a:solidFill>
              </a:defRPr>
            </a:lvl6pPr>
            <a:lvl7pPr marL="3207624" indent="0">
              <a:buNone/>
              <a:defRPr sz="1871">
                <a:solidFill>
                  <a:schemeClr val="tx1">
                    <a:tint val="82000"/>
                  </a:schemeClr>
                </a:solidFill>
              </a:defRPr>
            </a:lvl7pPr>
            <a:lvl8pPr marL="3742228" indent="0">
              <a:buNone/>
              <a:defRPr sz="1871">
                <a:solidFill>
                  <a:schemeClr val="tx1">
                    <a:tint val="82000"/>
                  </a:schemeClr>
                </a:solidFill>
              </a:defRPr>
            </a:lvl8pPr>
            <a:lvl9pPr marL="4276832" indent="0">
              <a:buNone/>
              <a:defRPr sz="1871">
                <a:solidFill>
                  <a:schemeClr val="tx1">
                    <a:tint val="82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4F500F00-1D35-254B-9117-3FE363B8C978}" type="datetimeFigureOut">
              <a:rPr lang="fr-CH" smtClean="0"/>
              <a:t>22.07.26</a:t>
            </a:fld>
            <a:endParaRPr lang="fr-CH"/>
          </a:p>
        </p:txBody>
      </p:sp>
      <p:sp>
        <p:nvSpPr>
          <p:cNvPr id="5" name="Footer Placeholder 4"/>
          <p:cNvSpPr>
            <a:spLocks noGrp="1"/>
          </p:cNvSpPr>
          <p:nvPr>
            <p:ph type="ftr" sz="quarter" idx="11"/>
          </p:nvPr>
        </p:nvSpPr>
        <p:spPr/>
        <p:txBody>
          <a:bodyPr/>
          <a:lstStyle/>
          <a:p>
            <a:endParaRPr lang="fr-CH"/>
          </a:p>
        </p:txBody>
      </p:sp>
      <p:sp>
        <p:nvSpPr>
          <p:cNvPr id="6" name="Slide Number Placeholder 5"/>
          <p:cNvSpPr>
            <a:spLocks noGrp="1"/>
          </p:cNvSpPr>
          <p:nvPr>
            <p:ph type="sldNum" sz="quarter" idx="12"/>
          </p:nvPr>
        </p:nvSpPr>
        <p:spPr/>
        <p:txBody>
          <a:bodyPr/>
          <a:lstStyle/>
          <a:p>
            <a:fld id="{B21E756A-21A2-7C45-860C-89E44924FE31}" type="slidenum">
              <a:rPr lang="fr-CH" smtClean="0"/>
              <a:t>‹#›</a:t>
            </a:fld>
            <a:endParaRPr lang="fr-CH"/>
          </a:p>
        </p:txBody>
      </p:sp>
    </p:spTree>
    <p:extLst>
      <p:ext uri="{BB962C8B-B14F-4D97-AF65-F5344CB8AC3E}">
        <p14:creationId xmlns:p14="http://schemas.microsoft.com/office/powerpoint/2010/main" val="4283995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735062" y="4024827"/>
            <a:ext cx="4544021" cy="9593089"/>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5412730" y="4024827"/>
            <a:ext cx="4544021" cy="9593089"/>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4F500F00-1D35-254B-9117-3FE363B8C978}" type="datetimeFigureOut">
              <a:rPr lang="fr-CH" smtClean="0"/>
              <a:t>22.07.26</a:t>
            </a:fld>
            <a:endParaRPr lang="fr-CH"/>
          </a:p>
        </p:txBody>
      </p:sp>
      <p:sp>
        <p:nvSpPr>
          <p:cNvPr id="6" name="Footer Placeholder 5"/>
          <p:cNvSpPr>
            <a:spLocks noGrp="1"/>
          </p:cNvSpPr>
          <p:nvPr>
            <p:ph type="ftr" sz="quarter" idx="11"/>
          </p:nvPr>
        </p:nvSpPr>
        <p:spPr/>
        <p:txBody>
          <a:bodyPr/>
          <a:lstStyle/>
          <a:p>
            <a:endParaRPr lang="fr-CH"/>
          </a:p>
        </p:txBody>
      </p:sp>
      <p:sp>
        <p:nvSpPr>
          <p:cNvPr id="7" name="Slide Number Placeholder 6"/>
          <p:cNvSpPr>
            <a:spLocks noGrp="1"/>
          </p:cNvSpPr>
          <p:nvPr>
            <p:ph type="sldNum" sz="quarter" idx="12"/>
          </p:nvPr>
        </p:nvSpPr>
        <p:spPr/>
        <p:txBody>
          <a:bodyPr/>
          <a:lstStyle/>
          <a:p>
            <a:fld id="{B21E756A-21A2-7C45-860C-89E44924FE31}" type="slidenum">
              <a:rPr lang="fr-CH" smtClean="0"/>
              <a:t>‹#›</a:t>
            </a:fld>
            <a:endParaRPr lang="fr-CH"/>
          </a:p>
        </p:txBody>
      </p:sp>
    </p:spTree>
    <p:extLst>
      <p:ext uri="{BB962C8B-B14F-4D97-AF65-F5344CB8AC3E}">
        <p14:creationId xmlns:p14="http://schemas.microsoft.com/office/powerpoint/2010/main" val="41314624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736455" y="804969"/>
            <a:ext cx="9221689" cy="2922375"/>
          </a:xfrm>
        </p:spPr>
        <p:txBody>
          <a:bodyPr/>
          <a:lstStyle/>
          <a:p>
            <a:r>
              <a:rPr lang="fr-FR"/>
              <a:t>Modifiez le style du titre</a:t>
            </a:r>
            <a:endParaRPr lang="en-US" dirty="0"/>
          </a:p>
        </p:txBody>
      </p:sp>
      <p:sp>
        <p:nvSpPr>
          <p:cNvPr id="3" name="Text Placeholder 2"/>
          <p:cNvSpPr>
            <a:spLocks noGrp="1"/>
          </p:cNvSpPr>
          <p:nvPr>
            <p:ph type="body" idx="1"/>
          </p:nvPr>
        </p:nvSpPr>
        <p:spPr>
          <a:xfrm>
            <a:off x="736456" y="3706342"/>
            <a:ext cx="4523137" cy="1816421"/>
          </a:xfrm>
        </p:spPr>
        <p:txBody>
          <a:bodyPr anchor="b"/>
          <a:lstStyle>
            <a:lvl1pPr marL="0" indent="0">
              <a:buNone/>
              <a:defRPr sz="2806" b="1"/>
            </a:lvl1pPr>
            <a:lvl2pPr marL="534604" indent="0">
              <a:buNone/>
              <a:defRPr sz="2339" b="1"/>
            </a:lvl2pPr>
            <a:lvl3pPr marL="1069208" indent="0">
              <a:buNone/>
              <a:defRPr sz="2105" b="1"/>
            </a:lvl3pPr>
            <a:lvl4pPr marL="1603812" indent="0">
              <a:buNone/>
              <a:defRPr sz="1871" b="1"/>
            </a:lvl4pPr>
            <a:lvl5pPr marL="2138416" indent="0">
              <a:buNone/>
              <a:defRPr sz="1871" b="1"/>
            </a:lvl5pPr>
            <a:lvl6pPr marL="2673020" indent="0">
              <a:buNone/>
              <a:defRPr sz="1871" b="1"/>
            </a:lvl6pPr>
            <a:lvl7pPr marL="3207624" indent="0">
              <a:buNone/>
              <a:defRPr sz="1871" b="1"/>
            </a:lvl7pPr>
            <a:lvl8pPr marL="3742228" indent="0">
              <a:buNone/>
              <a:defRPr sz="1871" b="1"/>
            </a:lvl8pPr>
            <a:lvl9pPr marL="4276832" indent="0">
              <a:buNone/>
              <a:defRPr sz="1871" b="1"/>
            </a:lvl9pPr>
          </a:lstStyle>
          <a:p>
            <a:pPr lvl="0"/>
            <a:r>
              <a:rPr lang="fr-FR"/>
              <a:t>Cliquez pour modifier les styles du texte du masque</a:t>
            </a:r>
          </a:p>
        </p:txBody>
      </p:sp>
      <p:sp>
        <p:nvSpPr>
          <p:cNvPr id="4" name="Content Placeholder 3"/>
          <p:cNvSpPr>
            <a:spLocks noGrp="1"/>
          </p:cNvSpPr>
          <p:nvPr>
            <p:ph sz="half" idx="2"/>
          </p:nvPr>
        </p:nvSpPr>
        <p:spPr>
          <a:xfrm>
            <a:off x="736456" y="5522763"/>
            <a:ext cx="4523137" cy="812315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5412731" y="3706342"/>
            <a:ext cx="4545413" cy="1816421"/>
          </a:xfrm>
        </p:spPr>
        <p:txBody>
          <a:bodyPr anchor="b"/>
          <a:lstStyle>
            <a:lvl1pPr marL="0" indent="0">
              <a:buNone/>
              <a:defRPr sz="2806" b="1"/>
            </a:lvl1pPr>
            <a:lvl2pPr marL="534604" indent="0">
              <a:buNone/>
              <a:defRPr sz="2339" b="1"/>
            </a:lvl2pPr>
            <a:lvl3pPr marL="1069208" indent="0">
              <a:buNone/>
              <a:defRPr sz="2105" b="1"/>
            </a:lvl3pPr>
            <a:lvl4pPr marL="1603812" indent="0">
              <a:buNone/>
              <a:defRPr sz="1871" b="1"/>
            </a:lvl4pPr>
            <a:lvl5pPr marL="2138416" indent="0">
              <a:buNone/>
              <a:defRPr sz="1871" b="1"/>
            </a:lvl5pPr>
            <a:lvl6pPr marL="2673020" indent="0">
              <a:buNone/>
              <a:defRPr sz="1871" b="1"/>
            </a:lvl6pPr>
            <a:lvl7pPr marL="3207624" indent="0">
              <a:buNone/>
              <a:defRPr sz="1871" b="1"/>
            </a:lvl7pPr>
            <a:lvl8pPr marL="3742228" indent="0">
              <a:buNone/>
              <a:defRPr sz="1871" b="1"/>
            </a:lvl8pPr>
            <a:lvl9pPr marL="4276832" indent="0">
              <a:buNone/>
              <a:defRPr sz="1871" b="1"/>
            </a:lvl9pPr>
          </a:lstStyle>
          <a:p>
            <a:pPr lvl="0"/>
            <a:r>
              <a:rPr lang="fr-FR"/>
              <a:t>Cliquez pour modifier les styles du texte du masque</a:t>
            </a:r>
          </a:p>
        </p:txBody>
      </p:sp>
      <p:sp>
        <p:nvSpPr>
          <p:cNvPr id="6" name="Content Placeholder 5"/>
          <p:cNvSpPr>
            <a:spLocks noGrp="1"/>
          </p:cNvSpPr>
          <p:nvPr>
            <p:ph sz="quarter" idx="4"/>
          </p:nvPr>
        </p:nvSpPr>
        <p:spPr>
          <a:xfrm>
            <a:off x="5412731" y="5522763"/>
            <a:ext cx="4545413" cy="812315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4F500F00-1D35-254B-9117-3FE363B8C978}" type="datetimeFigureOut">
              <a:rPr lang="fr-CH" smtClean="0"/>
              <a:t>22.07.26</a:t>
            </a:fld>
            <a:endParaRPr lang="fr-CH"/>
          </a:p>
        </p:txBody>
      </p:sp>
      <p:sp>
        <p:nvSpPr>
          <p:cNvPr id="8" name="Footer Placeholder 7"/>
          <p:cNvSpPr>
            <a:spLocks noGrp="1"/>
          </p:cNvSpPr>
          <p:nvPr>
            <p:ph type="ftr" sz="quarter" idx="11"/>
          </p:nvPr>
        </p:nvSpPr>
        <p:spPr/>
        <p:txBody>
          <a:bodyPr/>
          <a:lstStyle/>
          <a:p>
            <a:endParaRPr lang="fr-CH"/>
          </a:p>
        </p:txBody>
      </p:sp>
      <p:sp>
        <p:nvSpPr>
          <p:cNvPr id="9" name="Slide Number Placeholder 8"/>
          <p:cNvSpPr>
            <a:spLocks noGrp="1"/>
          </p:cNvSpPr>
          <p:nvPr>
            <p:ph type="sldNum" sz="quarter" idx="12"/>
          </p:nvPr>
        </p:nvSpPr>
        <p:spPr/>
        <p:txBody>
          <a:bodyPr/>
          <a:lstStyle/>
          <a:p>
            <a:fld id="{B21E756A-21A2-7C45-860C-89E44924FE31}" type="slidenum">
              <a:rPr lang="fr-CH" smtClean="0"/>
              <a:t>‹#›</a:t>
            </a:fld>
            <a:endParaRPr lang="fr-CH"/>
          </a:p>
        </p:txBody>
      </p:sp>
    </p:spTree>
    <p:extLst>
      <p:ext uri="{BB962C8B-B14F-4D97-AF65-F5344CB8AC3E}">
        <p14:creationId xmlns:p14="http://schemas.microsoft.com/office/powerpoint/2010/main" val="10231044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4F500F00-1D35-254B-9117-3FE363B8C978}" type="datetimeFigureOut">
              <a:rPr lang="fr-CH" smtClean="0"/>
              <a:t>22.07.26</a:t>
            </a:fld>
            <a:endParaRPr lang="fr-CH"/>
          </a:p>
        </p:txBody>
      </p:sp>
      <p:sp>
        <p:nvSpPr>
          <p:cNvPr id="4" name="Footer Placeholder 3"/>
          <p:cNvSpPr>
            <a:spLocks noGrp="1"/>
          </p:cNvSpPr>
          <p:nvPr>
            <p:ph type="ftr" sz="quarter" idx="11"/>
          </p:nvPr>
        </p:nvSpPr>
        <p:spPr/>
        <p:txBody>
          <a:bodyPr/>
          <a:lstStyle/>
          <a:p>
            <a:endParaRPr lang="fr-CH"/>
          </a:p>
        </p:txBody>
      </p:sp>
      <p:sp>
        <p:nvSpPr>
          <p:cNvPr id="5" name="Slide Number Placeholder 4"/>
          <p:cNvSpPr>
            <a:spLocks noGrp="1"/>
          </p:cNvSpPr>
          <p:nvPr>
            <p:ph type="sldNum" sz="quarter" idx="12"/>
          </p:nvPr>
        </p:nvSpPr>
        <p:spPr/>
        <p:txBody>
          <a:bodyPr/>
          <a:lstStyle/>
          <a:p>
            <a:fld id="{B21E756A-21A2-7C45-860C-89E44924FE31}" type="slidenum">
              <a:rPr lang="fr-CH" smtClean="0"/>
              <a:t>‹#›</a:t>
            </a:fld>
            <a:endParaRPr lang="fr-CH"/>
          </a:p>
        </p:txBody>
      </p:sp>
    </p:spTree>
    <p:extLst>
      <p:ext uri="{BB962C8B-B14F-4D97-AF65-F5344CB8AC3E}">
        <p14:creationId xmlns:p14="http://schemas.microsoft.com/office/powerpoint/2010/main" val="36528639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F500F00-1D35-254B-9117-3FE363B8C978}" type="datetimeFigureOut">
              <a:rPr lang="fr-CH" smtClean="0"/>
              <a:t>22.07.26</a:t>
            </a:fld>
            <a:endParaRPr lang="fr-CH"/>
          </a:p>
        </p:txBody>
      </p:sp>
      <p:sp>
        <p:nvSpPr>
          <p:cNvPr id="3" name="Footer Placeholder 2"/>
          <p:cNvSpPr>
            <a:spLocks noGrp="1"/>
          </p:cNvSpPr>
          <p:nvPr>
            <p:ph type="ftr" sz="quarter" idx="11"/>
          </p:nvPr>
        </p:nvSpPr>
        <p:spPr/>
        <p:txBody>
          <a:bodyPr/>
          <a:lstStyle/>
          <a:p>
            <a:endParaRPr lang="fr-CH"/>
          </a:p>
        </p:txBody>
      </p:sp>
      <p:sp>
        <p:nvSpPr>
          <p:cNvPr id="4" name="Slide Number Placeholder 3"/>
          <p:cNvSpPr>
            <a:spLocks noGrp="1"/>
          </p:cNvSpPr>
          <p:nvPr>
            <p:ph type="sldNum" sz="quarter" idx="12"/>
          </p:nvPr>
        </p:nvSpPr>
        <p:spPr/>
        <p:txBody>
          <a:bodyPr/>
          <a:lstStyle/>
          <a:p>
            <a:fld id="{B21E756A-21A2-7C45-860C-89E44924FE31}" type="slidenum">
              <a:rPr lang="fr-CH" smtClean="0"/>
              <a:t>‹#›</a:t>
            </a:fld>
            <a:endParaRPr lang="fr-CH"/>
          </a:p>
        </p:txBody>
      </p:sp>
    </p:spTree>
    <p:extLst>
      <p:ext uri="{BB962C8B-B14F-4D97-AF65-F5344CB8AC3E}">
        <p14:creationId xmlns:p14="http://schemas.microsoft.com/office/powerpoint/2010/main" val="21194688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736455" y="1007957"/>
            <a:ext cx="3448388" cy="3527848"/>
          </a:xfrm>
        </p:spPr>
        <p:txBody>
          <a:bodyPr anchor="b"/>
          <a:lstStyle>
            <a:lvl1pPr>
              <a:defRPr sz="3742"/>
            </a:lvl1pPr>
          </a:lstStyle>
          <a:p>
            <a:r>
              <a:rPr lang="fr-FR"/>
              <a:t>Modifiez le style du titre</a:t>
            </a:r>
            <a:endParaRPr lang="en-US" dirty="0"/>
          </a:p>
        </p:txBody>
      </p:sp>
      <p:sp>
        <p:nvSpPr>
          <p:cNvPr id="3" name="Content Placeholder 2"/>
          <p:cNvSpPr>
            <a:spLocks noGrp="1"/>
          </p:cNvSpPr>
          <p:nvPr>
            <p:ph idx="1"/>
          </p:nvPr>
        </p:nvSpPr>
        <p:spPr>
          <a:xfrm>
            <a:off x="4545413" y="2176910"/>
            <a:ext cx="5412730" cy="10744538"/>
          </a:xfrm>
        </p:spPr>
        <p:txBody>
          <a:bodyPr/>
          <a:lstStyle>
            <a:lvl1pPr>
              <a:defRPr sz="3742"/>
            </a:lvl1pPr>
            <a:lvl2pPr>
              <a:defRPr sz="3274"/>
            </a:lvl2pPr>
            <a:lvl3pPr>
              <a:defRPr sz="2806"/>
            </a:lvl3pPr>
            <a:lvl4pPr>
              <a:defRPr sz="2339"/>
            </a:lvl4pPr>
            <a:lvl5pPr>
              <a:defRPr sz="2339"/>
            </a:lvl5pPr>
            <a:lvl6pPr>
              <a:defRPr sz="2339"/>
            </a:lvl6pPr>
            <a:lvl7pPr>
              <a:defRPr sz="2339"/>
            </a:lvl7pPr>
            <a:lvl8pPr>
              <a:defRPr sz="2339"/>
            </a:lvl8pPr>
            <a:lvl9pPr>
              <a:defRPr sz="2339"/>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736455" y="4535805"/>
            <a:ext cx="3448388" cy="8403140"/>
          </a:xfrm>
        </p:spPr>
        <p:txBody>
          <a:bodyPr/>
          <a:lstStyle>
            <a:lvl1pPr marL="0" indent="0">
              <a:buNone/>
              <a:defRPr sz="1871"/>
            </a:lvl1pPr>
            <a:lvl2pPr marL="534604" indent="0">
              <a:buNone/>
              <a:defRPr sz="1637"/>
            </a:lvl2pPr>
            <a:lvl3pPr marL="1069208" indent="0">
              <a:buNone/>
              <a:defRPr sz="1403"/>
            </a:lvl3pPr>
            <a:lvl4pPr marL="1603812" indent="0">
              <a:buNone/>
              <a:defRPr sz="1169"/>
            </a:lvl4pPr>
            <a:lvl5pPr marL="2138416" indent="0">
              <a:buNone/>
              <a:defRPr sz="1169"/>
            </a:lvl5pPr>
            <a:lvl6pPr marL="2673020" indent="0">
              <a:buNone/>
              <a:defRPr sz="1169"/>
            </a:lvl6pPr>
            <a:lvl7pPr marL="3207624" indent="0">
              <a:buNone/>
              <a:defRPr sz="1169"/>
            </a:lvl7pPr>
            <a:lvl8pPr marL="3742228" indent="0">
              <a:buNone/>
              <a:defRPr sz="1169"/>
            </a:lvl8pPr>
            <a:lvl9pPr marL="4276832" indent="0">
              <a:buNone/>
              <a:defRPr sz="1169"/>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4F500F00-1D35-254B-9117-3FE363B8C978}" type="datetimeFigureOut">
              <a:rPr lang="fr-CH" smtClean="0"/>
              <a:t>22.07.26</a:t>
            </a:fld>
            <a:endParaRPr lang="fr-CH"/>
          </a:p>
        </p:txBody>
      </p:sp>
      <p:sp>
        <p:nvSpPr>
          <p:cNvPr id="6" name="Footer Placeholder 5"/>
          <p:cNvSpPr>
            <a:spLocks noGrp="1"/>
          </p:cNvSpPr>
          <p:nvPr>
            <p:ph type="ftr" sz="quarter" idx="11"/>
          </p:nvPr>
        </p:nvSpPr>
        <p:spPr/>
        <p:txBody>
          <a:bodyPr/>
          <a:lstStyle/>
          <a:p>
            <a:endParaRPr lang="fr-CH"/>
          </a:p>
        </p:txBody>
      </p:sp>
      <p:sp>
        <p:nvSpPr>
          <p:cNvPr id="7" name="Slide Number Placeholder 6"/>
          <p:cNvSpPr>
            <a:spLocks noGrp="1"/>
          </p:cNvSpPr>
          <p:nvPr>
            <p:ph type="sldNum" sz="quarter" idx="12"/>
          </p:nvPr>
        </p:nvSpPr>
        <p:spPr/>
        <p:txBody>
          <a:bodyPr/>
          <a:lstStyle/>
          <a:p>
            <a:fld id="{B21E756A-21A2-7C45-860C-89E44924FE31}" type="slidenum">
              <a:rPr lang="fr-CH" smtClean="0"/>
              <a:t>‹#›</a:t>
            </a:fld>
            <a:endParaRPr lang="fr-CH"/>
          </a:p>
        </p:txBody>
      </p:sp>
    </p:spTree>
    <p:extLst>
      <p:ext uri="{BB962C8B-B14F-4D97-AF65-F5344CB8AC3E}">
        <p14:creationId xmlns:p14="http://schemas.microsoft.com/office/powerpoint/2010/main" val="27478453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736455" y="1007957"/>
            <a:ext cx="3448388" cy="3527848"/>
          </a:xfrm>
        </p:spPr>
        <p:txBody>
          <a:bodyPr anchor="b"/>
          <a:lstStyle>
            <a:lvl1pPr>
              <a:defRPr sz="3742"/>
            </a:lvl1pPr>
          </a:lstStyle>
          <a:p>
            <a:r>
              <a:rPr lang="fr-FR"/>
              <a:t>Modifiez le style du titre</a:t>
            </a:r>
            <a:endParaRPr lang="en-US" dirty="0"/>
          </a:p>
        </p:txBody>
      </p:sp>
      <p:sp>
        <p:nvSpPr>
          <p:cNvPr id="3" name="Picture Placeholder 2"/>
          <p:cNvSpPr>
            <a:spLocks noGrp="1" noChangeAspect="1"/>
          </p:cNvSpPr>
          <p:nvPr>
            <p:ph type="pic" idx="1"/>
          </p:nvPr>
        </p:nvSpPr>
        <p:spPr>
          <a:xfrm>
            <a:off x="4545413" y="2176910"/>
            <a:ext cx="5412730" cy="10744538"/>
          </a:xfrm>
        </p:spPr>
        <p:txBody>
          <a:bodyPr anchor="t"/>
          <a:lstStyle>
            <a:lvl1pPr marL="0" indent="0">
              <a:buNone/>
              <a:defRPr sz="3742"/>
            </a:lvl1pPr>
            <a:lvl2pPr marL="534604" indent="0">
              <a:buNone/>
              <a:defRPr sz="3274"/>
            </a:lvl2pPr>
            <a:lvl3pPr marL="1069208" indent="0">
              <a:buNone/>
              <a:defRPr sz="2806"/>
            </a:lvl3pPr>
            <a:lvl4pPr marL="1603812" indent="0">
              <a:buNone/>
              <a:defRPr sz="2339"/>
            </a:lvl4pPr>
            <a:lvl5pPr marL="2138416" indent="0">
              <a:buNone/>
              <a:defRPr sz="2339"/>
            </a:lvl5pPr>
            <a:lvl6pPr marL="2673020" indent="0">
              <a:buNone/>
              <a:defRPr sz="2339"/>
            </a:lvl6pPr>
            <a:lvl7pPr marL="3207624" indent="0">
              <a:buNone/>
              <a:defRPr sz="2339"/>
            </a:lvl7pPr>
            <a:lvl8pPr marL="3742228" indent="0">
              <a:buNone/>
              <a:defRPr sz="2339"/>
            </a:lvl8pPr>
            <a:lvl9pPr marL="4276832" indent="0">
              <a:buNone/>
              <a:defRPr sz="2339"/>
            </a:lvl9pPr>
          </a:lstStyle>
          <a:p>
            <a:r>
              <a:rPr lang="fr-FR"/>
              <a:t>Cliquez sur l'icône pour ajouter une image</a:t>
            </a:r>
            <a:endParaRPr lang="en-US" dirty="0"/>
          </a:p>
        </p:txBody>
      </p:sp>
      <p:sp>
        <p:nvSpPr>
          <p:cNvPr id="4" name="Text Placeholder 3"/>
          <p:cNvSpPr>
            <a:spLocks noGrp="1"/>
          </p:cNvSpPr>
          <p:nvPr>
            <p:ph type="body" sz="half" idx="2"/>
          </p:nvPr>
        </p:nvSpPr>
        <p:spPr>
          <a:xfrm>
            <a:off x="736455" y="4535805"/>
            <a:ext cx="3448388" cy="8403140"/>
          </a:xfrm>
        </p:spPr>
        <p:txBody>
          <a:bodyPr/>
          <a:lstStyle>
            <a:lvl1pPr marL="0" indent="0">
              <a:buNone/>
              <a:defRPr sz="1871"/>
            </a:lvl1pPr>
            <a:lvl2pPr marL="534604" indent="0">
              <a:buNone/>
              <a:defRPr sz="1637"/>
            </a:lvl2pPr>
            <a:lvl3pPr marL="1069208" indent="0">
              <a:buNone/>
              <a:defRPr sz="1403"/>
            </a:lvl3pPr>
            <a:lvl4pPr marL="1603812" indent="0">
              <a:buNone/>
              <a:defRPr sz="1169"/>
            </a:lvl4pPr>
            <a:lvl5pPr marL="2138416" indent="0">
              <a:buNone/>
              <a:defRPr sz="1169"/>
            </a:lvl5pPr>
            <a:lvl6pPr marL="2673020" indent="0">
              <a:buNone/>
              <a:defRPr sz="1169"/>
            </a:lvl6pPr>
            <a:lvl7pPr marL="3207624" indent="0">
              <a:buNone/>
              <a:defRPr sz="1169"/>
            </a:lvl7pPr>
            <a:lvl8pPr marL="3742228" indent="0">
              <a:buNone/>
              <a:defRPr sz="1169"/>
            </a:lvl8pPr>
            <a:lvl9pPr marL="4276832" indent="0">
              <a:buNone/>
              <a:defRPr sz="1169"/>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4F500F00-1D35-254B-9117-3FE363B8C978}" type="datetimeFigureOut">
              <a:rPr lang="fr-CH" smtClean="0"/>
              <a:t>22.07.26</a:t>
            </a:fld>
            <a:endParaRPr lang="fr-CH"/>
          </a:p>
        </p:txBody>
      </p:sp>
      <p:sp>
        <p:nvSpPr>
          <p:cNvPr id="6" name="Footer Placeholder 5"/>
          <p:cNvSpPr>
            <a:spLocks noGrp="1"/>
          </p:cNvSpPr>
          <p:nvPr>
            <p:ph type="ftr" sz="quarter" idx="11"/>
          </p:nvPr>
        </p:nvSpPr>
        <p:spPr/>
        <p:txBody>
          <a:bodyPr/>
          <a:lstStyle/>
          <a:p>
            <a:endParaRPr lang="fr-CH"/>
          </a:p>
        </p:txBody>
      </p:sp>
      <p:sp>
        <p:nvSpPr>
          <p:cNvPr id="7" name="Slide Number Placeholder 6"/>
          <p:cNvSpPr>
            <a:spLocks noGrp="1"/>
          </p:cNvSpPr>
          <p:nvPr>
            <p:ph type="sldNum" sz="quarter" idx="12"/>
          </p:nvPr>
        </p:nvSpPr>
        <p:spPr/>
        <p:txBody>
          <a:bodyPr/>
          <a:lstStyle/>
          <a:p>
            <a:fld id="{B21E756A-21A2-7C45-860C-89E44924FE31}" type="slidenum">
              <a:rPr lang="fr-CH" smtClean="0"/>
              <a:t>‹#›</a:t>
            </a:fld>
            <a:endParaRPr lang="fr-CH"/>
          </a:p>
        </p:txBody>
      </p:sp>
    </p:spTree>
    <p:extLst>
      <p:ext uri="{BB962C8B-B14F-4D97-AF65-F5344CB8AC3E}">
        <p14:creationId xmlns:p14="http://schemas.microsoft.com/office/powerpoint/2010/main" val="17527787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4F500F00-1D35-254B-9117-3FE363B8C978}" type="datetimeFigureOut">
              <a:rPr lang="fr-CH" smtClean="0"/>
              <a:t>22.07.26</a:t>
            </a:fld>
            <a:endParaRPr lang="fr-CH"/>
          </a:p>
        </p:txBody>
      </p:sp>
      <p:sp>
        <p:nvSpPr>
          <p:cNvPr id="5" name="Footer Placeholder 4"/>
          <p:cNvSpPr>
            <a:spLocks noGrp="1"/>
          </p:cNvSpPr>
          <p:nvPr>
            <p:ph type="ftr" sz="quarter" idx="11"/>
          </p:nvPr>
        </p:nvSpPr>
        <p:spPr/>
        <p:txBody>
          <a:bodyPr/>
          <a:lstStyle/>
          <a:p>
            <a:endParaRPr lang="fr-CH"/>
          </a:p>
        </p:txBody>
      </p:sp>
      <p:sp>
        <p:nvSpPr>
          <p:cNvPr id="6" name="Slide Number Placeholder 5"/>
          <p:cNvSpPr>
            <a:spLocks noGrp="1"/>
          </p:cNvSpPr>
          <p:nvPr>
            <p:ph type="sldNum" sz="quarter" idx="12"/>
          </p:nvPr>
        </p:nvSpPr>
        <p:spPr/>
        <p:txBody>
          <a:bodyPr/>
          <a:lstStyle/>
          <a:p>
            <a:fld id="{B21E756A-21A2-7C45-860C-89E44924FE31}" type="slidenum">
              <a:rPr lang="fr-CH" smtClean="0"/>
              <a:t>‹#›</a:t>
            </a:fld>
            <a:endParaRPr lang="fr-CH"/>
          </a:p>
        </p:txBody>
      </p:sp>
    </p:spTree>
    <p:extLst>
      <p:ext uri="{BB962C8B-B14F-4D97-AF65-F5344CB8AC3E}">
        <p14:creationId xmlns:p14="http://schemas.microsoft.com/office/powerpoint/2010/main" val="16374532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651329" y="804966"/>
            <a:ext cx="2305422" cy="12812950"/>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735063" y="804966"/>
            <a:ext cx="6782619" cy="1281295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4F500F00-1D35-254B-9117-3FE363B8C978}" type="datetimeFigureOut">
              <a:rPr lang="fr-CH" smtClean="0"/>
              <a:t>22.07.26</a:t>
            </a:fld>
            <a:endParaRPr lang="fr-CH"/>
          </a:p>
        </p:txBody>
      </p:sp>
      <p:sp>
        <p:nvSpPr>
          <p:cNvPr id="5" name="Footer Placeholder 4"/>
          <p:cNvSpPr>
            <a:spLocks noGrp="1"/>
          </p:cNvSpPr>
          <p:nvPr>
            <p:ph type="ftr" sz="quarter" idx="11"/>
          </p:nvPr>
        </p:nvSpPr>
        <p:spPr/>
        <p:txBody>
          <a:bodyPr/>
          <a:lstStyle/>
          <a:p>
            <a:endParaRPr lang="fr-CH"/>
          </a:p>
        </p:txBody>
      </p:sp>
      <p:sp>
        <p:nvSpPr>
          <p:cNvPr id="6" name="Slide Number Placeholder 5"/>
          <p:cNvSpPr>
            <a:spLocks noGrp="1"/>
          </p:cNvSpPr>
          <p:nvPr>
            <p:ph type="sldNum" sz="quarter" idx="12"/>
          </p:nvPr>
        </p:nvSpPr>
        <p:spPr/>
        <p:txBody>
          <a:bodyPr/>
          <a:lstStyle/>
          <a:p>
            <a:fld id="{B21E756A-21A2-7C45-860C-89E44924FE31}" type="slidenum">
              <a:rPr lang="fr-CH" smtClean="0"/>
              <a:t>‹#›</a:t>
            </a:fld>
            <a:endParaRPr lang="fr-CH"/>
          </a:p>
        </p:txBody>
      </p:sp>
    </p:spTree>
    <p:extLst>
      <p:ext uri="{BB962C8B-B14F-4D97-AF65-F5344CB8AC3E}">
        <p14:creationId xmlns:p14="http://schemas.microsoft.com/office/powerpoint/2010/main" val="34457044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35062" y="804969"/>
            <a:ext cx="9221689" cy="2922375"/>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735062" y="4024827"/>
            <a:ext cx="9221689" cy="9593089"/>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735062" y="14013401"/>
            <a:ext cx="2405658" cy="804965"/>
          </a:xfrm>
          <a:prstGeom prst="rect">
            <a:avLst/>
          </a:prstGeom>
        </p:spPr>
        <p:txBody>
          <a:bodyPr vert="horz" lIns="91440" tIns="45720" rIns="91440" bIns="45720" rtlCol="0" anchor="ctr"/>
          <a:lstStyle>
            <a:lvl1pPr algn="l">
              <a:defRPr sz="1403">
                <a:solidFill>
                  <a:schemeClr val="tx1">
                    <a:tint val="82000"/>
                  </a:schemeClr>
                </a:solidFill>
              </a:defRPr>
            </a:lvl1pPr>
          </a:lstStyle>
          <a:p>
            <a:fld id="{4F500F00-1D35-254B-9117-3FE363B8C978}" type="datetimeFigureOut">
              <a:rPr lang="fr-CH" smtClean="0"/>
              <a:t>22.07.26</a:t>
            </a:fld>
            <a:endParaRPr lang="fr-CH"/>
          </a:p>
        </p:txBody>
      </p:sp>
      <p:sp>
        <p:nvSpPr>
          <p:cNvPr id="5" name="Footer Placeholder 4"/>
          <p:cNvSpPr>
            <a:spLocks noGrp="1"/>
          </p:cNvSpPr>
          <p:nvPr>
            <p:ph type="ftr" sz="quarter" idx="3"/>
          </p:nvPr>
        </p:nvSpPr>
        <p:spPr>
          <a:xfrm>
            <a:off x="3541663" y="14013401"/>
            <a:ext cx="3608487" cy="804965"/>
          </a:xfrm>
          <a:prstGeom prst="rect">
            <a:avLst/>
          </a:prstGeom>
        </p:spPr>
        <p:txBody>
          <a:bodyPr vert="horz" lIns="91440" tIns="45720" rIns="91440" bIns="45720" rtlCol="0" anchor="ctr"/>
          <a:lstStyle>
            <a:lvl1pPr algn="ctr">
              <a:defRPr sz="1403">
                <a:solidFill>
                  <a:schemeClr val="tx1">
                    <a:tint val="82000"/>
                  </a:schemeClr>
                </a:solidFill>
              </a:defRPr>
            </a:lvl1pPr>
          </a:lstStyle>
          <a:p>
            <a:endParaRPr lang="fr-CH"/>
          </a:p>
        </p:txBody>
      </p:sp>
      <p:sp>
        <p:nvSpPr>
          <p:cNvPr id="6" name="Slide Number Placeholder 5"/>
          <p:cNvSpPr>
            <a:spLocks noGrp="1"/>
          </p:cNvSpPr>
          <p:nvPr>
            <p:ph type="sldNum" sz="quarter" idx="4"/>
          </p:nvPr>
        </p:nvSpPr>
        <p:spPr>
          <a:xfrm>
            <a:off x="7551093" y="14013401"/>
            <a:ext cx="2405658" cy="804965"/>
          </a:xfrm>
          <a:prstGeom prst="rect">
            <a:avLst/>
          </a:prstGeom>
        </p:spPr>
        <p:txBody>
          <a:bodyPr vert="horz" lIns="91440" tIns="45720" rIns="91440" bIns="45720" rtlCol="0" anchor="ctr"/>
          <a:lstStyle>
            <a:lvl1pPr algn="r">
              <a:defRPr sz="1403">
                <a:solidFill>
                  <a:schemeClr val="tx1">
                    <a:tint val="82000"/>
                  </a:schemeClr>
                </a:solidFill>
              </a:defRPr>
            </a:lvl1pPr>
          </a:lstStyle>
          <a:p>
            <a:fld id="{B21E756A-21A2-7C45-860C-89E44924FE31}" type="slidenum">
              <a:rPr lang="fr-CH" smtClean="0"/>
              <a:t>‹#›</a:t>
            </a:fld>
            <a:endParaRPr lang="fr-CH"/>
          </a:p>
        </p:txBody>
      </p:sp>
    </p:spTree>
    <p:extLst>
      <p:ext uri="{BB962C8B-B14F-4D97-AF65-F5344CB8AC3E}">
        <p14:creationId xmlns:p14="http://schemas.microsoft.com/office/powerpoint/2010/main" val="46306622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1069208" rtl="0" eaLnBrk="1" latinLnBrk="0" hangingPunct="1">
        <a:lnSpc>
          <a:spcPct val="90000"/>
        </a:lnSpc>
        <a:spcBef>
          <a:spcPct val="0"/>
        </a:spcBef>
        <a:buNone/>
        <a:defRPr sz="5145" kern="1200">
          <a:solidFill>
            <a:schemeClr val="tx1"/>
          </a:solidFill>
          <a:latin typeface="+mj-lt"/>
          <a:ea typeface="+mj-ea"/>
          <a:cs typeface="+mj-cs"/>
        </a:defRPr>
      </a:lvl1pPr>
    </p:titleStyle>
    <p:bodyStyle>
      <a:lvl1pPr marL="267302" indent="-267302" algn="l" defTabSz="1069208" rtl="0" eaLnBrk="1" latinLnBrk="0" hangingPunct="1">
        <a:lnSpc>
          <a:spcPct val="90000"/>
        </a:lnSpc>
        <a:spcBef>
          <a:spcPts val="1169"/>
        </a:spcBef>
        <a:buFont typeface="Arial" panose="020B0604020202020204" pitchFamily="34" charset="0"/>
        <a:buChar char="•"/>
        <a:defRPr sz="3274" kern="1200">
          <a:solidFill>
            <a:schemeClr val="tx1"/>
          </a:solidFill>
          <a:latin typeface="+mn-lt"/>
          <a:ea typeface="+mn-ea"/>
          <a:cs typeface="+mn-cs"/>
        </a:defRPr>
      </a:lvl1pPr>
      <a:lvl2pPr marL="801906" indent="-267302" algn="l" defTabSz="1069208" rtl="0" eaLnBrk="1" latinLnBrk="0" hangingPunct="1">
        <a:lnSpc>
          <a:spcPct val="90000"/>
        </a:lnSpc>
        <a:spcBef>
          <a:spcPts val="585"/>
        </a:spcBef>
        <a:buFont typeface="Arial" panose="020B0604020202020204" pitchFamily="34" charset="0"/>
        <a:buChar char="•"/>
        <a:defRPr sz="2806" kern="1200">
          <a:solidFill>
            <a:schemeClr val="tx1"/>
          </a:solidFill>
          <a:latin typeface="+mn-lt"/>
          <a:ea typeface="+mn-ea"/>
          <a:cs typeface="+mn-cs"/>
        </a:defRPr>
      </a:lvl2pPr>
      <a:lvl3pPr marL="1336510" indent="-267302" algn="l" defTabSz="1069208" rtl="0" eaLnBrk="1" latinLnBrk="0" hangingPunct="1">
        <a:lnSpc>
          <a:spcPct val="90000"/>
        </a:lnSpc>
        <a:spcBef>
          <a:spcPts val="585"/>
        </a:spcBef>
        <a:buFont typeface="Arial" panose="020B0604020202020204" pitchFamily="34" charset="0"/>
        <a:buChar char="•"/>
        <a:defRPr sz="2339" kern="1200">
          <a:solidFill>
            <a:schemeClr val="tx1"/>
          </a:solidFill>
          <a:latin typeface="+mn-lt"/>
          <a:ea typeface="+mn-ea"/>
          <a:cs typeface="+mn-cs"/>
        </a:defRPr>
      </a:lvl3pPr>
      <a:lvl4pPr marL="1871114" indent="-267302" algn="l" defTabSz="1069208" rtl="0" eaLnBrk="1" latinLnBrk="0" hangingPunct="1">
        <a:lnSpc>
          <a:spcPct val="90000"/>
        </a:lnSpc>
        <a:spcBef>
          <a:spcPts val="585"/>
        </a:spcBef>
        <a:buFont typeface="Arial" panose="020B0604020202020204" pitchFamily="34" charset="0"/>
        <a:buChar char="•"/>
        <a:defRPr sz="2105" kern="1200">
          <a:solidFill>
            <a:schemeClr val="tx1"/>
          </a:solidFill>
          <a:latin typeface="+mn-lt"/>
          <a:ea typeface="+mn-ea"/>
          <a:cs typeface="+mn-cs"/>
        </a:defRPr>
      </a:lvl4pPr>
      <a:lvl5pPr marL="2405718" indent="-267302" algn="l" defTabSz="1069208" rtl="0" eaLnBrk="1" latinLnBrk="0" hangingPunct="1">
        <a:lnSpc>
          <a:spcPct val="90000"/>
        </a:lnSpc>
        <a:spcBef>
          <a:spcPts val="585"/>
        </a:spcBef>
        <a:buFont typeface="Arial" panose="020B0604020202020204" pitchFamily="34" charset="0"/>
        <a:buChar char="•"/>
        <a:defRPr sz="2105" kern="1200">
          <a:solidFill>
            <a:schemeClr val="tx1"/>
          </a:solidFill>
          <a:latin typeface="+mn-lt"/>
          <a:ea typeface="+mn-ea"/>
          <a:cs typeface="+mn-cs"/>
        </a:defRPr>
      </a:lvl5pPr>
      <a:lvl6pPr marL="2940322" indent="-267302" algn="l" defTabSz="1069208" rtl="0" eaLnBrk="1" latinLnBrk="0" hangingPunct="1">
        <a:lnSpc>
          <a:spcPct val="90000"/>
        </a:lnSpc>
        <a:spcBef>
          <a:spcPts val="585"/>
        </a:spcBef>
        <a:buFont typeface="Arial" panose="020B0604020202020204" pitchFamily="34" charset="0"/>
        <a:buChar char="•"/>
        <a:defRPr sz="2105" kern="1200">
          <a:solidFill>
            <a:schemeClr val="tx1"/>
          </a:solidFill>
          <a:latin typeface="+mn-lt"/>
          <a:ea typeface="+mn-ea"/>
          <a:cs typeface="+mn-cs"/>
        </a:defRPr>
      </a:lvl6pPr>
      <a:lvl7pPr marL="3474926" indent="-267302" algn="l" defTabSz="1069208" rtl="0" eaLnBrk="1" latinLnBrk="0" hangingPunct="1">
        <a:lnSpc>
          <a:spcPct val="90000"/>
        </a:lnSpc>
        <a:spcBef>
          <a:spcPts val="585"/>
        </a:spcBef>
        <a:buFont typeface="Arial" panose="020B0604020202020204" pitchFamily="34" charset="0"/>
        <a:buChar char="•"/>
        <a:defRPr sz="2105" kern="1200">
          <a:solidFill>
            <a:schemeClr val="tx1"/>
          </a:solidFill>
          <a:latin typeface="+mn-lt"/>
          <a:ea typeface="+mn-ea"/>
          <a:cs typeface="+mn-cs"/>
        </a:defRPr>
      </a:lvl7pPr>
      <a:lvl8pPr marL="4009530" indent="-267302" algn="l" defTabSz="1069208" rtl="0" eaLnBrk="1" latinLnBrk="0" hangingPunct="1">
        <a:lnSpc>
          <a:spcPct val="90000"/>
        </a:lnSpc>
        <a:spcBef>
          <a:spcPts val="585"/>
        </a:spcBef>
        <a:buFont typeface="Arial" panose="020B0604020202020204" pitchFamily="34" charset="0"/>
        <a:buChar char="•"/>
        <a:defRPr sz="2105" kern="1200">
          <a:solidFill>
            <a:schemeClr val="tx1"/>
          </a:solidFill>
          <a:latin typeface="+mn-lt"/>
          <a:ea typeface="+mn-ea"/>
          <a:cs typeface="+mn-cs"/>
        </a:defRPr>
      </a:lvl8pPr>
      <a:lvl9pPr marL="4544134" indent="-267302" algn="l" defTabSz="1069208" rtl="0" eaLnBrk="1" latinLnBrk="0" hangingPunct="1">
        <a:lnSpc>
          <a:spcPct val="90000"/>
        </a:lnSpc>
        <a:spcBef>
          <a:spcPts val="585"/>
        </a:spcBef>
        <a:buFont typeface="Arial" panose="020B0604020202020204" pitchFamily="34" charset="0"/>
        <a:buChar char="•"/>
        <a:defRPr sz="2105" kern="1200">
          <a:solidFill>
            <a:schemeClr val="tx1"/>
          </a:solidFill>
          <a:latin typeface="+mn-lt"/>
          <a:ea typeface="+mn-ea"/>
          <a:cs typeface="+mn-cs"/>
        </a:defRPr>
      </a:lvl9pPr>
    </p:bodyStyle>
    <p:otherStyle>
      <a:defPPr>
        <a:defRPr lang="en-US"/>
      </a:defPPr>
      <a:lvl1pPr marL="0" algn="l" defTabSz="1069208" rtl="0" eaLnBrk="1" latinLnBrk="0" hangingPunct="1">
        <a:defRPr sz="2105" kern="1200">
          <a:solidFill>
            <a:schemeClr val="tx1"/>
          </a:solidFill>
          <a:latin typeface="+mn-lt"/>
          <a:ea typeface="+mn-ea"/>
          <a:cs typeface="+mn-cs"/>
        </a:defRPr>
      </a:lvl1pPr>
      <a:lvl2pPr marL="534604" algn="l" defTabSz="1069208" rtl="0" eaLnBrk="1" latinLnBrk="0" hangingPunct="1">
        <a:defRPr sz="2105" kern="1200">
          <a:solidFill>
            <a:schemeClr val="tx1"/>
          </a:solidFill>
          <a:latin typeface="+mn-lt"/>
          <a:ea typeface="+mn-ea"/>
          <a:cs typeface="+mn-cs"/>
        </a:defRPr>
      </a:lvl2pPr>
      <a:lvl3pPr marL="1069208" algn="l" defTabSz="1069208" rtl="0" eaLnBrk="1" latinLnBrk="0" hangingPunct="1">
        <a:defRPr sz="2105" kern="1200">
          <a:solidFill>
            <a:schemeClr val="tx1"/>
          </a:solidFill>
          <a:latin typeface="+mn-lt"/>
          <a:ea typeface="+mn-ea"/>
          <a:cs typeface="+mn-cs"/>
        </a:defRPr>
      </a:lvl3pPr>
      <a:lvl4pPr marL="1603812" algn="l" defTabSz="1069208" rtl="0" eaLnBrk="1" latinLnBrk="0" hangingPunct="1">
        <a:defRPr sz="2105" kern="1200">
          <a:solidFill>
            <a:schemeClr val="tx1"/>
          </a:solidFill>
          <a:latin typeface="+mn-lt"/>
          <a:ea typeface="+mn-ea"/>
          <a:cs typeface="+mn-cs"/>
        </a:defRPr>
      </a:lvl4pPr>
      <a:lvl5pPr marL="2138416" algn="l" defTabSz="1069208" rtl="0" eaLnBrk="1" latinLnBrk="0" hangingPunct="1">
        <a:defRPr sz="2105" kern="1200">
          <a:solidFill>
            <a:schemeClr val="tx1"/>
          </a:solidFill>
          <a:latin typeface="+mn-lt"/>
          <a:ea typeface="+mn-ea"/>
          <a:cs typeface="+mn-cs"/>
        </a:defRPr>
      </a:lvl5pPr>
      <a:lvl6pPr marL="2673020" algn="l" defTabSz="1069208" rtl="0" eaLnBrk="1" latinLnBrk="0" hangingPunct="1">
        <a:defRPr sz="2105" kern="1200">
          <a:solidFill>
            <a:schemeClr val="tx1"/>
          </a:solidFill>
          <a:latin typeface="+mn-lt"/>
          <a:ea typeface="+mn-ea"/>
          <a:cs typeface="+mn-cs"/>
        </a:defRPr>
      </a:lvl6pPr>
      <a:lvl7pPr marL="3207624" algn="l" defTabSz="1069208" rtl="0" eaLnBrk="1" latinLnBrk="0" hangingPunct="1">
        <a:defRPr sz="2105" kern="1200">
          <a:solidFill>
            <a:schemeClr val="tx1"/>
          </a:solidFill>
          <a:latin typeface="+mn-lt"/>
          <a:ea typeface="+mn-ea"/>
          <a:cs typeface="+mn-cs"/>
        </a:defRPr>
      </a:lvl7pPr>
      <a:lvl8pPr marL="3742228" algn="l" defTabSz="1069208" rtl="0" eaLnBrk="1" latinLnBrk="0" hangingPunct="1">
        <a:defRPr sz="2105" kern="1200">
          <a:solidFill>
            <a:schemeClr val="tx1"/>
          </a:solidFill>
          <a:latin typeface="+mn-lt"/>
          <a:ea typeface="+mn-ea"/>
          <a:cs typeface="+mn-cs"/>
        </a:defRPr>
      </a:lvl8pPr>
      <a:lvl9pPr marL="4276832" algn="l" defTabSz="1069208" rtl="0" eaLnBrk="1" latinLnBrk="0" hangingPunct="1">
        <a:defRPr sz="210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ZoneTexte 6">
            <a:extLst>
              <a:ext uri="{FF2B5EF4-FFF2-40B4-BE49-F238E27FC236}">
                <a16:creationId xmlns:a16="http://schemas.microsoft.com/office/drawing/2014/main" id="{A0B852F2-88A6-6E75-FFB8-19AB74BD9C9A}"/>
              </a:ext>
            </a:extLst>
          </p:cNvPr>
          <p:cNvSpPr txBox="1"/>
          <p:nvPr/>
        </p:nvSpPr>
        <p:spPr>
          <a:xfrm>
            <a:off x="498810" y="2993180"/>
            <a:ext cx="4734732" cy="3754874"/>
          </a:xfrm>
          <a:prstGeom prst="rect">
            <a:avLst/>
          </a:prstGeom>
          <a:noFill/>
        </p:spPr>
        <p:txBody>
          <a:bodyPr wrap="square">
            <a:spAutoFit/>
          </a:bodyPr>
          <a:lstStyle/>
          <a:p>
            <a:r>
              <a:rPr lang="fr-CH" sz="1400" b="1" dirty="0">
                <a:effectLst/>
                <a:latin typeface="Arial" panose="020B0604020202020204" pitchFamily="34" charset="0"/>
                <a:cs typeface="Arial" panose="020B0604020202020204" pitchFamily="34" charset="0"/>
              </a:rPr>
              <a:t>Contexte</a:t>
            </a:r>
          </a:p>
          <a:p>
            <a:endParaRPr lang="fr-CH" sz="1400" dirty="0">
              <a:latin typeface="Arial" panose="020B0604020202020204" pitchFamily="34" charset="0"/>
              <a:cs typeface="Arial" panose="020B0604020202020204" pitchFamily="34" charset="0"/>
            </a:endParaRPr>
          </a:p>
          <a:p>
            <a:pPr algn="just"/>
            <a:r>
              <a:rPr lang="fr-CH" sz="1400" dirty="0">
                <a:effectLst/>
                <a:latin typeface="Arial" panose="020B0604020202020204" pitchFamily="34" charset="0"/>
                <a:cs typeface="Arial" panose="020B0604020202020204" pitchFamily="34" charset="0"/>
              </a:rPr>
              <a:t>ICNML stocke des empreintes digitales pour la recherche forensique. Ces données biométriques sont sensibles, une fuite les compromet définitivement. Deux besoins en découlent, tracer toute image téléchargée et évaluer la qualité des traces.</a:t>
            </a:r>
          </a:p>
          <a:p>
            <a:endParaRPr lang="fr-CH" sz="1400" dirty="0">
              <a:effectLst/>
              <a:latin typeface="Arial" panose="020B0604020202020204" pitchFamily="34" charset="0"/>
              <a:cs typeface="Arial" panose="020B0604020202020204" pitchFamily="34" charset="0"/>
            </a:endParaRPr>
          </a:p>
          <a:p>
            <a:endParaRPr lang="fr-CH" sz="1400" dirty="0">
              <a:latin typeface="Arial" panose="020B0604020202020204" pitchFamily="34" charset="0"/>
              <a:cs typeface="Arial" panose="020B0604020202020204" pitchFamily="34" charset="0"/>
            </a:endParaRPr>
          </a:p>
          <a:p>
            <a:r>
              <a:rPr lang="fr-CH" sz="1400" b="1" dirty="0">
                <a:effectLst/>
                <a:latin typeface="Arial" panose="020B0604020202020204" pitchFamily="34" charset="0"/>
                <a:cs typeface="Arial" panose="020B0604020202020204" pitchFamily="34" charset="0"/>
              </a:rPr>
              <a:t>Objectifs</a:t>
            </a:r>
            <a:br>
              <a:rPr lang="fr-CH" sz="1400" dirty="0">
                <a:effectLst/>
                <a:latin typeface="Arial" panose="020B0604020202020204" pitchFamily="34" charset="0"/>
                <a:cs typeface="Arial" panose="020B0604020202020204" pitchFamily="34" charset="0"/>
              </a:rPr>
            </a:br>
            <a:endParaRPr lang="fr-CH" sz="1400" dirty="0">
              <a:effectLst/>
              <a:latin typeface="Arial" panose="020B0604020202020204" pitchFamily="34" charset="0"/>
              <a:cs typeface="Arial" panose="020B0604020202020204" pitchFamily="34" charset="0"/>
            </a:endParaRPr>
          </a:p>
          <a:p>
            <a:pPr algn="just"/>
            <a:r>
              <a:rPr lang="fr-CH" sz="1400" dirty="0">
                <a:effectLst/>
                <a:latin typeface="Arial" panose="020B0604020202020204" pitchFamily="34" charset="0"/>
                <a:cs typeface="Arial" panose="020B0604020202020204" pitchFamily="34" charset="0"/>
              </a:rPr>
              <a:t>Deux développements. Remplacer </a:t>
            </a:r>
            <a:r>
              <a:rPr lang="fr-CH" sz="1400">
                <a:effectLst/>
                <a:latin typeface="Arial" panose="020B0604020202020204" pitchFamily="34" charset="0"/>
                <a:cs typeface="Arial" panose="020B0604020202020204" pitchFamily="34" charset="0"/>
              </a:rPr>
              <a:t>le tatouage </a:t>
            </a:r>
            <a:r>
              <a:rPr lang="fr-CH" sz="1400" dirty="0">
                <a:effectLst/>
                <a:latin typeface="Arial" panose="020B0604020202020204" pitchFamily="34" charset="0"/>
                <a:cs typeface="Arial" panose="020B0604020202020204" pitchFamily="34" charset="0"/>
              </a:rPr>
              <a:t>par code-barres, effacé d'un simple recadrage, </a:t>
            </a:r>
            <a:r>
              <a:rPr lang="fr-CH" sz="1400">
                <a:effectLst/>
                <a:latin typeface="Arial" panose="020B0604020202020204" pitchFamily="34" charset="0"/>
                <a:cs typeface="Arial" panose="020B0604020202020204" pitchFamily="34" charset="0"/>
              </a:rPr>
              <a:t>par une watermark invisible </a:t>
            </a:r>
            <a:r>
              <a:rPr lang="fr-CH" sz="1400" dirty="0">
                <a:effectLst/>
                <a:latin typeface="Arial" panose="020B0604020202020204" pitchFamily="34" charset="0"/>
                <a:cs typeface="Arial" panose="020B0604020202020204" pitchFamily="34" charset="0"/>
              </a:rPr>
              <a:t>et robuste. Et automatiser l'évaluation de la qualité des traces pour les formateurs.</a:t>
            </a:r>
          </a:p>
          <a:p>
            <a:endParaRPr lang="fr-CH" sz="1400" dirty="0">
              <a:effectLst/>
              <a:latin typeface="Arial" panose="020B0604020202020204" pitchFamily="34" charset="0"/>
              <a:cs typeface="Arial" panose="020B0604020202020204" pitchFamily="34" charset="0"/>
            </a:endParaRPr>
          </a:p>
          <a:p>
            <a:pPr algn="just"/>
            <a:endParaRPr lang="fr-CH" sz="1400" dirty="0">
              <a:effectLst/>
              <a:latin typeface="Arial" panose="020B0604020202020204" pitchFamily="34" charset="0"/>
              <a:cs typeface="Arial" panose="020B0604020202020204" pitchFamily="34" charset="0"/>
            </a:endParaRPr>
          </a:p>
        </p:txBody>
      </p:sp>
      <p:sp>
        <p:nvSpPr>
          <p:cNvPr id="9" name="ZoneTexte 8">
            <a:extLst>
              <a:ext uri="{FF2B5EF4-FFF2-40B4-BE49-F238E27FC236}">
                <a16:creationId xmlns:a16="http://schemas.microsoft.com/office/drawing/2014/main" id="{80EEB216-1A02-71A3-5126-92CBF051A5EF}"/>
              </a:ext>
            </a:extLst>
          </p:cNvPr>
          <p:cNvSpPr txBox="1"/>
          <p:nvPr/>
        </p:nvSpPr>
        <p:spPr>
          <a:xfrm>
            <a:off x="5345906" y="2885952"/>
            <a:ext cx="4935202" cy="3323987"/>
          </a:xfrm>
          <a:prstGeom prst="rect">
            <a:avLst/>
          </a:prstGeom>
          <a:noFill/>
        </p:spPr>
        <p:txBody>
          <a:bodyPr wrap="square">
            <a:spAutoFit/>
          </a:bodyPr>
          <a:lstStyle/>
          <a:p>
            <a:r>
              <a:rPr lang="fr-CH" sz="1400" b="1" dirty="0">
                <a:effectLst/>
                <a:latin typeface="Arial" panose="020B0604020202020204" pitchFamily="34" charset="0"/>
                <a:cs typeface="Arial" panose="020B0604020202020204" pitchFamily="34" charset="0"/>
              </a:rPr>
              <a:t>Résultats</a:t>
            </a:r>
          </a:p>
          <a:p>
            <a:endParaRPr lang="fr-CH" sz="1400" dirty="0">
              <a:latin typeface="Arial" panose="020B0604020202020204" pitchFamily="34" charset="0"/>
              <a:cs typeface="Arial" panose="020B0604020202020204" pitchFamily="34" charset="0"/>
            </a:endParaRPr>
          </a:p>
          <a:p>
            <a:r>
              <a:rPr lang="fr-CH" sz="1400" dirty="0">
                <a:effectLst/>
                <a:latin typeface="Arial" panose="020B0604020202020204" pitchFamily="34" charset="0"/>
                <a:cs typeface="Arial" panose="020B0604020202020204" pitchFamily="34" charset="0"/>
              </a:rPr>
              <a:t>Le filigrane </a:t>
            </a:r>
            <a:r>
              <a:rPr lang="fr-CH" sz="1400">
                <a:effectLst/>
                <a:latin typeface="Arial" panose="020B0604020202020204" pitchFamily="34" charset="0"/>
                <a:cs typeface="Arial" panose="020B0604020202020204" pitchFamily="34" charset="0"/>
              </a:rPr>
              <a:t>diffuse un identifiant chiffré dans </a:t>
            </a:r>
            <a:r>
              <a:rPr lang="fr-CH" sz="1400" dirty="0">
                <a:effectLst/>
                <a:latin typeface="Arial" panose="020B0604020202020204" pitchFamily="34" charset="0"/>
                <a:cs typeface="Arial" panose="020B0604020202020204" pitchFamily="34" charset="0"/>
              </a:rPr>
              <a:t>toute l'image, concentrée là où les crêtes la cachent et quasi </a:t>
            </a:r>
            <a:r>
              <a:rPr lang="fr-CH" sz="1400">
                <a:effectLst/>
                <a:latin typeface="Arial" panose="020B0604020202020204" pitchFamily="34" charset="0"/>
                <a:cs typeface="Arial" panose="020B0604020202020204" pitchFamily="34" charset="0"/>
              </a:rPr>
              <a:t>absente du fond (figure de gauche).</a:t>
            </a:r>
            <a:br>
              <a:rPr lang="fr-CH" sz="1400" dirty="0">
                <a:effectLst/>
                <a:latin typeface="Arial" panose="020B0604020202020204" pitchFamily="34" charset="0"/>
                <a:cs typeface="Arial" panose="020B0604020202020204" pitchFamily="34" charset="0"/>
              </a:rPr>
            </a:br>
            <a:endParaRPr lang="fr-CH" sz="1400" dirty="0">
              <a:effectLst/>
              <a:latin typeface="Arial" panose="020B0604020202020204" pitchFamily="34" charset="0"/>
              <a:cs typeface="Arial" panose="020B0604020202020204" pitchFamily="34" charset="0"/>
            </a:endParaRPr>
          </a:p>
          <a:p>
            <a:pPr algn="just"/>
            <a:r>
              <a:rPr lang="fr-CH" sz="1400" dirty="0" err="1">
                <a:effectLst/>
                <a:latin typeface="Arial" panose="020B0604020202020204" pitchFamily="34" charset="0"/>
                <a:cs typeface="Arial" panose="020B0604020202020204" pitchFamily="34" charset="0"/>
              </a:rPr>
              <a:t>La qualité est notée automatiquement par la métrique OpenLQM et affichée en carte de chaleur superposée à la trace (figure de droite).</a:t>
            </a:r>
          </a:p>
          <a:p>
            <a:br>
              <a:rPr lang="fr-CH" sz="1400" dirty="0">
                <a:effectLst/>
                <a:latin typeface="Arial" panose="020B0604020202020204" pitchFamily="34" charset="0"/>
                <a:cs typeface="Arial" panose="020B0604020202020204" pitchFamily="34" charset="0"/>
              </a:rPr>
            </a:br>
            <a:r>
              <a:rPr lang="fr-CH" sz="1400" b="1" dirty="0">
                <a:effectLst/>
                <a:latin typeface="Arial" panose="020B0604020202020204" pitchFamily="34" charset="0"/>
                <a:cs typeface="Arial" panose="020B0604020202020204" pitchFamily="34" charset="0"/>
              </a:rPr>
              <a:t>Conclusion</a:t>
            </a:r>
          </a:p>
          <a:p>
            <a:endParaRPr lang="fr-CH" sz="1400" dirty="0">
              <a:effectLst/>
              <a:latin typeface="Arial" panose="020B0604020202020204" pitchFamily="34" charset="0"/>
              <a:cs typeface="Arial" panose="020B0604020202020204" pitchFamily="34" charset="0"/>
            </a:endParaRPr>
          </a:p>
          <a:p>
            <a:pPr algn="just"/>
            <a:r>
              <a:rPr lang="fr-CH" sz="1400" dirty="0" err="1">
                <a:effectLst/>
                <a:latin typeface="Arial" panose="020B0604020202020204" pitchFamily="34" charset="0"/>
                <a:cs typeface="Arial" panose="020B0604020202020204" pitchFamily="34" charset="0"/>
              </a:rPr>
              <a:t>ICNML dispose désormais d'une traçabilité robuste de ses images et d'une évaluation de qualité immédiate, sur une base </a:t>
            </a:r>
            <a:r>
              <a:rPr lang="fr-CH" sz="1400" err="1">
                <a:effectLst/>
                <a:latin typeface="Arial" panose="020B0604020202020204" pitchFamily="34" charset="0"/>
                <a:cs typeface="Arial" panose="020B0604020202020204" pitchFamily="34" charset="0"/>
              </a:rPr>
              <a:t>migrée </a:t>
            </a:r>
            <a:r>
              <a:rPr lang="fr-CH" sz="1400">
                <a:effectLst/>
                <a:latin typeface="Arial" panose="020B0604020202020204" pitchFamily="34" charset="0"/>
                <a:cs typeface="Arial" panose="020B0604020202020204" pitchFamily="34" charset="0"/>
              </a:rPr>
              <a:t>de Python 2.7 à Python </a:t>
            </a:r>
            <a:r>
              <a:rPr lang="fr-CH" sz="1400" dirty="0" err="1">
                <a:effectLst/>
                <a:latin typeface="Arial" panose="020B0604020202020204" pitchFamily="34" charset="0"/>
                <a:cs typeface="Arial" panose="020B0604020202020204" pitchFamily="34" charset="0"/>
              </a:rPr>
              <a:t>3.11.</a:t>
            </a:r>
          </a:p>
        </p:txBody>
      </p:sp>
      <p:sp>
        <p:nvSpPr>
          <p:cNvPr id="17" name="ZoneTexte 16">
            <a:extLst>
              <a:ext uri="{FF2B5EF4-FFF2-40B4-BE49-F238E27FC236}">
                <a16:creationId xmlns:a16="http://schemas.microsoft.com/office/drawing/2014/main" id="{DDDAFB9F-C0A8-D814-CDBB-F3E5A99787DB}"/>
              </a:ext>
            </a:extLst>
          </p:cNvPr>
          <p:cNvSpPr txBox="1"/>
          <p:nvPr/>
        </p:nvSpPr>
        <p:spPr>
          <a:xfrm>
            <a:off x="410705" y="1458183"/>
            <a:ext cx="9698618" cy="1189493"/>
          </a:xfrm>
          <a:prstGeom prst="rect">
            <a:avLst/>
          </a:prstGeom>
          <a:noFill/>
        </p:spPr>
        <p:txBody>
          <a:bodyPr wrap="square">
            <a:spAutoFit/>
          </a:bodyPr>
          <a:lstStyle/>
          <a:p>
            <a:pPr algn="ctr">
              <a:lnSpc>
                <a:spcPts val="10800"/>
              </a:lnSpc>
            </a:pPr>
            <a:r>
              <a:rPr lang="fr-CH" sz="2000" b="1" dirty="0">
                <a:effectLst/>
                <a:latin typeface="Arial" panose="020B0604020202020204" pitchFamily="34" charset="0"/>
                <a:cs typeface="Arial" panose="020B0604020202020204" pitchFamily="34" charset="0"/>
              </a:rPr>
              <a:t>Modernisation et fiabilisation de la plateforme de traces biométriques ICNML</a:t>
            </a:r>
          </a:p>
        </p:txBody>
      </p:sp>
      <p:sp>
        <p:nvSpPr>
          <p:cNvPr id="21" name="ZoneTexte 20">
            <a:extLst>
              <a:ext uri="{FF2B5EF4-FFF2-40B4-BE49-F238E27FC236}">
                <a16:creationId xmlns:a16="http://schemas.microsoft.com/office/drawing/2014/main" id="{EED0FE0E-2307-F6CC-211E-57F3F3F0A326}"/>
              </a:ext>
            </a:extLst>
          </p:cNvPr>
          <p:cNvSpPr txBox="1"/>
          <p:nvPr/>
        </p:nvSpPr>
        <p:spPr>
          <a:xfrm>
            <a:off x="4846089" y="391651"/>
            <a:ext cx="5346914" cy="1200329"/>
          </a:xfrm>
          <a:prstGeom prst="rect">
            <a:avLst/>
          </a:prstGeom>
          <a:noFill/>
        </p:spPr>
        <p:txBody>
          <a:bodyPr wrap="square">
            <a:spAutoFit/>
          </a:bodyPr>
          <a:lstStyle/>
          <a:p>
            <a:pPr algn="r"/>
            <a:r>
              <a:rPr lang="fr-CH" sz="2400" b="1" dirty="0">
                <a:effectLst/>
                <a:latin typeface="Arial" panose="020B0604020202020204" pitchFamily="34" charset="0"/>
                <a:cs typeface="Arial" panose="020B0604020202020204" pitchFamily="34" charset="0"/>
              </a:rPr>
              <a:t>Travail de </a:t>
            </a:r>
            <a:r>
              <a:rPr lang="fr-CH" sz="2400" b="1" dirty="0" err="1">
                <a:effectLst/>
                <a:latin typeface="Arial" panose="020B0604020202020204" pitchFamily="34" charset="0"/>
                <a:cs typeface="Arial" panose="020B0604020202020204" pitchFamily="34" charset="0"/>
              </a:rPr>
              <a:t>Bachelor</a:t>
            </a:r>
            <a:r>
              <a:rPr lang="fr-CH" sz="2400" b="1">
                <a:effectLst/>
                <a:latin typeface="Arial" panose="020B0604020202020204" pitchFamily="34" charset="0"/>
                <a:cs typeface="Arial" panose="020B0604020202020204" pitchFamily="34" charset="0"/>
              </a:rPr>
              <a:t> 2026</a:t>
            </a:r>
            <a:endParaRPr lang="fr-CH" sz="2400" b="1" dirty="0">
              <a:effectLst/>
              <a:latin typeface="Arial" panose="020B0604020202020204" pitchFamily="34" charset="0"/>
              <a:cs typeface="Arial" panose="020B0604020202020204" pitchFamily="34" charset="0"/>
            </a:endParaRPr>
          </a:p>
          <a:p>
            <a:pPr algn="r"/>
            <a:r>
              <a:rPr lang="fr-CH" sz="2400" b="1" dirty="0">
                <a:effectLst/>
                <a:latin typeface="Arial" panose="020B0604020202020204" pitchFamily="34" charset="0"/>
                <a:cs typeface="Arial" panose="020B0604020202020204" pitchFamily="34" charset="0"/>
              </a:rPr>
              <a:t>Filière ISC</a:t>
            </a:r>
            <a:endParaRPr lang="fr-CH" sz="2400" dirty="0">
              <a:effectLst/>
              <a:latin typeface="Arial" panose="020B0604020202020204" pitchFamily="34" charset="0"/>
              <a:cs typeface="Arial" panose="020B0604020202020204" pitchFamily="34" charset="0"/>
            </a:endParaRPr>
          </a:p>
          <a:p>
            <a:pPr algn="r"/>
            <a:r>
              <a:rPr lang="fr-CH" sz="2400" b="1" dirty="0">
                <a:latin typeface="Arial" panose="020B0604020202020204" pitchFamily="34" charset="0"/>
                <a:cs typeface="Arial" panose="020B0604020202020204" pitchFamily="34" charset="0"/>
              </a:rPr>
              <a:t>Orientation ISCE </a:t>
            </a:r>
            <a:endParaRPr lang="fr-CH" sz="2400" dirty="0">
              <a:effectLst/>
              <a:latin typeface="Arial" panose="020B0604020202020204" pitchFamily="34" charset="0"/>
              <a:cs typeface="Arial" panose="020B0604020202020204" pitchFamily="34" charset="0"/>
            </a:endParaRPr>
          </a:p>
        </p:txBody>
      </p:sp>
      <p:sp>
        <p:nvSpPr>
          <p:cNvPr id="10" name="ZoneTexte 9">
            <a:extLst>
              <a:ext uri="{FF2B5EF4-FFF2-40B4-BE49-F238E27FC236}">
                <a16:creationId xmlns:a16="http://schemas.microsoft.com/office/drawing/2014/main" id="{4E6E7A1E-F358-1E55-B8BC-824286200B32}"/>
              </a:ext>
            </a:extLst>
          </p:cNvPr>
          <p:cNvSpPr txBox="1"/>
          <p:nvPr/>
        </p:nvSpPr>
        <p:spPr>
          <a:xfrm>
            <a:off x="410705" y="13662553"/>
            <a:ext cx="10765295" cy="1200329"/>
          </a:xfrm>
          <a:prstGeom prst="rect">
            <a:avLst/>
          </a:prstGeom>
          <a:noFill/>
        </p:spPr>
        <p:txBody>
          <a:bodyPr wrap="square" rtlCol="0">
            <a:spAutoFit/>
          </a:bodyPr>
          <a:lstStyle/>
          <a:p>
            <a:r>
              <a:rPr lang="fr-CH" sz="1200" dirty="0">
                <a:latin typeface="Arial" panose="020B0604020202020204" pitchFamily="34" charset="0"/>
                <a:cs typeface="Arial" panose="020B0604020202020204" pitchFamily="34" charset="0"/>
              </a:rPr>
              <a:t>Auteur:  </a:t>
            </a:r>
            <a:r>
              <a:rPr lang="fr-CH" sz="1200">
                <a:latin typeface="Arial" panose="020B0604020202020204" pitchFamily="34" charset="0"/>
                <a:cs typeface="Arial" panose="020B0604020202020204" pitchFamily="34" charset="0"/>
              </a:rPr>
              <a:t>Quentin Surdez</a:t>
            </a:r>
          </a:p>
          <a:p>
            <a:r>
              <a:rPr lang="fr-CH" sz="1200">
                <a:latin typeface="Arial" panose="020B0604020202020204" pitchFamily="34" charset="0"/>
                <a:cs typeface="Arial" panose="020B0604020202020204" pitchFamily="34" charset="0"/>
              </a:rPr>
              <a:t>Prof. responsable:  Prof. Sylvain Pasini</a:t>
            </a:r>
          </a:p>
          <a:p>
            <a:r>
              <a:rPr lang="fr-CH" sz="1200">
                <a:latin typeface="Arial" panose="020B0604020202020204" pitchFamily="34" charset="0"/>
                <a:cs typeface="Arial" panose="020B0604020202020204" pitchFamily="34" charset="0"/>
              </a:rPr>
              <a:t>Sujet </a:t>
            </a:r>
            <a:r>
              <a:rPr lang="fr-CH" sz="1200" dirty="0">
                <a:latin typeface="Arial" panose="020B0604020202020204" pitchFamily="34" charset="0"/>
                <a:cs typeface="Arial" panose="020B0604020202020204" pitchFamily="34" charset="0"/>
              </a:rPr>
              <a:t>proposé par:  Christophe Champod (UNIL-ESC)</a:t>
            </a:r>
          </a:p>
          <a:p>
            <a:r>
              <a:rPr lang="fr-FR" sz="1200" b="1" spc="-10" dirty="0">
                <a:latin typeface="Arial"/>
                <a:cs typeface="Arial"/>
              </a:rPr>
              <a:t>										     </a:t>
            </a:r>
          </a:p>
          <a:p>
            <a:r>
              <a:rPr lang="fr-FR" sz="1200" b="1" spc="-10" dirty="0">
                <a:latin typeface="Arial"/>
                <a:cs typeface="Arial"/>
              </a:rPr>
              <a:t>										    HEIG-</a:t>
            </a:r>
            <a:r>
              <a:rPr lang="fr-FR" sz="1200" b="1" dirty="0">
                <a:latin typeface="Arial"/>
                <a:cs typeface="Arial"/>
              </a:rPr>
              <a:t>VD</a:t>
            </a:r>
            <a:r>
              <a:rPr lang="fr-FR" sz="1200" b="1" spc="-20" dirty="0">
                <a:latin typeface="Arial"/>
                <a:cs typeface="Arial"/>
              </a:rPr>
              <a:t> </a:t>
            </a:r>
            <a:r>
              <a:rPr lang="fr-FR" sz="1200" b="1" dirty="0">
                <a:latin typeface="Arial"/>
                <a:cs typeface="Arial"/>
              </a:rPr>
              <a:t>©</a:t>
            </a:r>
            <a:r>
              <a:rPr lang="fr-FR" sz="1200" b="1" spc="-15" dirty="0">
                <a:latin typeface="Arial"/>
                <a:cs typeface="Arial"/>
              </a:rPr>
              <a:t> </a:t>
            </a:r>
            <a:r>
              <a:rPr lang="fr-FR" sz="1200" b="1" dirty="0">
                <a:latin typeface="Arial"/>
                <a:cs typeface="Arial"/>
              </a:rPr>
              <a:t>2025</a:t>
            </a:r>
            <a:r>
              <a:rPr lang="fr-FR" sz="1200" b="1" spc="215" dirty="0">
                <a:latin typeface="Arial"/>
                <a:cs typeface="Arial"/>
              </a:rPr>
              <a:t> </a:t>
            </a:r>
            <a:r>
              <a:rPr lang="fr-FR" sz="1200" b="1" dirty="0">
                <a:latin typeface="Arial"/>
                <a:cs typeface="Arial"/>
              </a:rPr>
              <a:t>filière</a:t>
            </a:r>
            <a:r>
              <a:rPr lang="fr-FR" sz="1200" b="1" spc="-15" dirty="0">
                <a:latin typeface="Arial"/>
                <a:cs typeface="Arial"/>
              </a:rPr>
              <a:t> </a:t>
            </a:r>
            <a:r>
              <a:rPr lang="fr-FR" sz="1200" b="1" dirty="0">
                <a:latin typeface="Arial"/>
                <a:cs typeface="Arial"/>
              </a:rPr>
              <a:t>Informatique</a:t>
            </a:r>
            <a:r>
              <a:rPr lang="fr-FR" sz="1200" b="1" spc="-20" dirty="0">
                <a:latin typeface="Arial"/>
                <a:cs typeface="Arial"/>
              </a:rPr>
              <a:t> </a:t>
            </a:r>
            <a:r>
              <a:rPr lang="fr-FR" sz="1200" b="1" dirty="0">
                <a:latin typeface="Arial"/>
                <a:cs typeface="Arial"/>
              </a:rPr>
              <a:t>et</a:t>
            </a:r>
            <a:r>
              <a:rPr lang="fr-FR" sz="1200" b="1" spc="-15" dirty="0">
                <a:latin typeface="Arial"/>
                <a:cs typeface="Arial"/>
              </a:rPr>
              <a:t> </a:t>
            </a:r>
            <a:r>
              <a:rPr lang="fr-FR" sz="1200" b="1" dirty="0">
                <a:latin typeface="Arial"/>
                <a:cs typeface="Arial"/>
              </a:rPr>
              <a:t>systèmes</a:t>
            </a:r>
            <a:r>
              <a:rPr lang="fr-FR" sz="1200" b="1" spc="-20" dirty="0">
                <a:latin typeface="Arial"/>
                <a:cs typeface="Arial"/>
              </a:rPr>
              <a:t> </a:t>
            </a:r>
            <a:r>
              <a:rPr lang="fr-FR" sz="1200" b="1" dirty="0">
                <a:latin typeface="Arial"/>
                <a:cs typeface="Arial"/>
              </a:rPr>
              <a:t>de</a:t>
            </a:r>
            <a:r>
              <a:rPr lang="fr-FR" sz="1200" b="1" spc="-15" dirty="0">
                <a:latin typeface="Arial"/>
                <a:cs typeface="Arial"/>
              </a:rPr>
              <a:t> </a:t>
            </a:r>
            <a:r>
              <a:rPr lang="fr-FR" sz="1200" b="1" spc="-10" dirty="0">
                <a:latin typeface="Arial"/>
                <a:cs typeface="Arial"/>
              </a:rPr>
              <a:t>communication</a:t>
            </a:r>
            <a:endParaRPr lang="fr-FR" sz="1200" dirty="0">
              <a:latin typeface="Arial"/>
              <a:cs typeface="Arial"/>
            </a:endParaRPr>
          </a:p>
          <a:p>
            <a:endParaRPr lang="fr-FR" sz="1200" dirty="0">
              <a:latin typeface="Arial" panose="020B0604020202020204" pitchFamily="34" charset="0"/>
              <a:cs typeface="Arial" panose="020B0604020202020204" pitchFamily="34" charset="0"/>
            </a:endParaRPr>
          </a:p>
        </p:txBody>
      </p:sp>
      <p:pic>
        <p:nvPicPr>
          <p:cNvPr id="11" name="object 13">
            <a:extLst>
              <a:ext uri="{FF2B5EF4-FFF2-40B4-BE49-F238E27FC236}">
                <a16:creationId xmlns:a16="http://schemas.microsoft.com/office/drawing/2014/main" id="{A6E325AD-3E75-E389-E526-9328D2EAF8EA}"/>
              </a:ext>
            </a:extLst>
          </p:cNvPr>
          <p:cNvPicPr/>
          <p:nvPr/>
        </p:nvPicPr>
        <p:blipFill>
          <a:blip r:embed="rId3" cstate="print"/>
          <a:stretch>
            <a:fillRect/>
          </a:stretch>
        </p:blipFill>
        <p:spPr>
          <a:xfrm>
            <a:off x="8978145" y="13900829"/>
            <a:ext cx="1131178" cy="492939"/>
          </a:xfrm>
          <a:prstGeom prst="rect">
            <a:avLst/>
          </a:prstGeom>
        </p:spPr>
      </p:pic>
      <p:pic>
        <p:nvPicPr>
          <p:cNvPr id="14" name="Image 13" descr="Une image contenant Police, symbole, Graphique, logo&#10;&#10;Le contenu généré par l’IA peut être incorrect.">
            <a:extLst>
              <a:ext uri="{FF2B5EF4-FFF2-40B4-BE49-F238E27FC236}">
                <a16:creationId xmlns:a16="http://schemas.microsoft.com/office/drawing/2014/main" id="{1BC9B767-2F7F-3EDB-CF8A-32E6ABE3B2E4}"/>
              </a:ext>
            </a:extLst>
          </p:cNvPr>
          <p:cNvPicPr>
            <a:picLocks noChangeAspect="1"/>
          </p:cNvPicPr>
          <p:nvPr/>
        </p:nvPicPr>
        <p:blipFill>
          <a:blip r:embed="rId4"/>
          <a:stretch>
            <a:fillRect/>
          </a:stretch>
        </p:blipFill>
        <p:spPr>
          <a:xfrm>
            <a:off x="498810" y="471311"/>
            <a:ext cx="1417561" cy="1061593"/>
          </a:xfrm>
          <a:prstGeom prst="rect">
            <a:avLst/>
          </a:prstGeom>
        </p:spPr>
      </p:pic>
      <p:pic>
        <p:nvPicPr>
          <p:cNvPr id="30" name="Picture 29" descr="region_masking.png"/>
          <p:cNvPicPr>
            <a:picLocks noChangeAspect="1"/>
          </p:cNvPicPr>
          <p:nvPr/>
        </p:nvPicPr>
        <p:blipFill>
          <a:blip r:embed="rId5"/>
          <a:stretch>
            <a:fillRect/>
          </a:stretch>
        </p:blipFill>
        <p:spPr>
          <a:xfrm>
            <a:off x="0" y="6579943"/>
            <a:ext cx="6662356" cy="5336102"/>
          </a:xfrm>
          <a:prstGeom prst="rect">
            <a:avLst/>
          </a:prstGeom>
        </p:spPr>
      </p:pic>
      <p:pic>
        <p:nvPicPr>
          <p:cNvPr id="31" name="Picture 30" descr="00-marks-detail.png"/>
          <p:cNvPicPr>
            <a:picLocks noChangeAspect="1"/>
          </p:cNvPicPr>
          <p:nvPr/>
        </p:nvPicPr>
        <p:blipFill>
          <a:blip r:embed="rId6"/>
          <a:stretch>
            <a:fillRect/>
          </a:stretch>
        </p:blipFill>
        <p:spPr>
          <a:xfrm>
            <a:off x="6662356" y="8598793"/>
            <a:ext cx="3996522" cy="3410506"/>
          </a:xfrm>
          <a:prstGeom prst="rect">
            <a:avLst/>
          </a:prstGeom>
        </p:spPr>
      </p:pic>
      <p:sp>
        <p:nvSpPr>
          <p:cNvPr id="32" name="TextBox 31"/>
          <p:cNvSpPr txBox="1"/>
          <p:nvPr/>
        </p:nvSpPr>
        <p:spPr>
          <a:xfrm>
            <a:off x="1061658" y="12009299"/>
            <a:ext cx="3894655" cy="830997"/>
          </a:xfrm>
          <a:prstGeom prst="rect">
            <a:avLst/>
          </a:prstGeom>
          <a:noFill/>
        </p:spPr>
        <p:txBody>
          <a:bodyPr wrap="square">
            <a:spAutoFit/>
          </a:bodyPr>
          <a:lstStyle/>
          <a:p>
            <a:pPr algn="ctr"/>
            <a:r>
              <a:rPr sz="1600" i="1"/>
              <a:t>Filigrane invisible : concentré dans les crêtes (haute information), quasi absent du fond (basse information).</a:t>
            </a:r>
          </a:p>
        </p:txBody>
      </p:sp>
      <p:sp>
        <p:nvSpPr>
          <p:cNvPr id="33" name="TextBox 32"/>
          <p:cNvSpPr txBox="1"/>
          <p:nvPr/>
        </p:nvSpPr>
        <p:spPr>
          <a:xfrm>
            <a:off x="6844185" y="12132409"/>
            <a:ext cx="3632864" cy="584775"/>
          </a:xfrm>
          <a:prstGeom prst="rect">
            <a:avLst/>
          </a:prstGeom>
          <a:noFill/>
        </p:spPr>
        <p:txBody>
          <a:bodyPr wrap="square">
            <a:spAutoFit/>
          </a:bodyPr>
          <a:lstStyle/>
          <a:p>
            <a:pPr algn="ctr"/>
            <a:r>
              <a:rPr sz="1600" i="1"/>
              <a:t>Carte de qualité OpenLQM superposée à une trace.</a:t>
            </a:r>
          </a:p>
        </p:txBody>
      </p:sp>
    </p:spTree>
    <p:extLst>
      <p:ext uri="{BB962C8B-B14F-4D97-AF65-F5344CB8AC3E}">
        <p14:creationId xmlns:p14="http://schemas.microsoft.com/office/powerpoint/2010/main" val="722205724"/>
      </p:ext>
    </p:extLst>
  </p:cSld>
  <p:clrMapOvr>
    <a:masterClrMapping/>
  </p:clrMapOvr>
</p:sld>
</file>

<file path=ppt/theme/theme1.xml><?xml version="1.0" encoding="utf-8"?>
<a:theme xmlns:a="http://schemas.openxmlformats.org/drawingml/2006/main" name="Thème Office">
  <a:themeElements>
    <a:clrScheme name="Thème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hème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C62DBA19A99D043AFB3CC20C3C2E670" ma:contentTypeVersion="10" ma:contentTypeDescription="Crée un document." ma:contentTypeScope="" ma:versionID="b55a8119373ecb0daa87d7ce8a8ccc55">
  <xsd:schema xmlns:xsd="http://www.w3.org/2001/XMLSchema" xmlns:xs="http://www.w3.org/2001/XMLSchema" xmlns:p="http://schemas.microsoft.com/office/2006/metadata/properties" xmlns:ns1="http://schemas.microsoft.com/sharepoint/v3" targetNamespace="http://schemas.microsoft.com/office/2006/metadata/properties" ma:root="true" ma:fieldsID="7bbd885964a573671ecd10de83595bc4" ns1:_="">
    <xsd:import namespace="http://schemas.microsoft.com/sharepoint/v3"/>
    <xsd:element name="properties">
      <xsd:complexType>
        <xsd:sequence>
          <xsd:element name="documentManagement">
            <xsd:complexType>
              <xsd:all>
                <xsd:element ref="ns1:PublishingStartDate" minOccurs="0"/>
                <xsd:element ref="ns1:PublishingExpirationDa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4" nillable="true" ma:displayName="Date de début de planification" ma:description="" ma:internalName="PublishingStartDate">
      <xsd:simpleType>
        <xsd:restriction base="dms:Unknown"/>
      </xsd:simpleType>
    </xsd:element>
    <xsd:element name="PublishingExpirationDate" ma:index="5" nillable="true" ma:displayName="Date de fin de planification" ma:description="" ma:internalName="PublishingExpirationDat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6" ma:displayName="Type de contenu" ma:readOnly="true"/>
        <xsd:element ref="dc:title" minOccurs="0" maxOccurs="1" ma:index="3"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documentManagement>
</p:properties>
</file>

<file path=customXml/itemProps1.xml><?xml version="1.0" encoding="utf-8"?>
<ds:datastoreItem xmlns:ds="http://schemas.openxmlformats.org/officeDocument/2006/customXml" ds:itemID="{3FAAD471-60E3-4269-8F77-1FB8D65951AF}">
  <ds:schemaRefs>
    <ds:schemaRef ds:uri="http://schemas.microsoft.com/sharepoint/v3/contenttype/forms"/>
  </ds:schemaRefs>
</ds:datastoreItem>
</file>

<file path=customXml/itemProps2.xml><?xml version="1.0" encoding="utf-8"?>
<ds:datastoreItem xmlns:ds="http://schemas.openxmlformats.org/officeDocument/2006/customXml" ds:itemID="{04904543-D12C-45EA-8310-FF15BB5BF9B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8925618-3156-4746-8B68-5C33F2AB0FD4}">
  <ds:schemaRefs>
    <ds:schemaRef ds:uri="http://schemas.microsoft.com/office/2006/metadata/properties"/>
    <ds:schemaRef ds:uri="http://schemas.microsoft.com/office/infopath/2007/PartnerControls"/>
    <ds:schemaRef ds:uri="http://schemas.microsoft.com/sharepoint/v3"/>
  </ds:schemaRefs>
</ds:datastoreItem>
</file>

<file path=docProps/app.xml><?xml version="1.0" encoding="utf-8"?>
<Properties xmlns="http://schemas.openxmlformats.org/officeDocument/2006/extended-properties" xmlns:vt="http://schemas.openxmlformats.org/officeDocument/2006/docPropsVTypes">
  <Template>Office Theme</Template>
  <TotalTime>313</TotalTime>
  <Words>255</Words>
  <Application>Microsoft Macintosh PowerPoint</Application>
  <PresentationFormat>Custom</PresentationFormat>
  <Paragraphs>26</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Thème Office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Grünig Naomy</dc:creator>
  <cp:lastModifiedBy>Surdez Quentin</cp:lastModifiedBy>
  <cp:revision>10</cp:revision>
  <dcterms:created xsi:type="dcterms:W3CDTF">2025-01-21T07:50:37Z</dcterms:created>
  <dcterms:modified xsi:type="dcterms:W3CDTF">2026-07-22T12:48:58Z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0x010100EC62DBA19A99D043AFB3CC20C3C2E670</vt:lpwstr>
  </property>
</Properties>
</file>